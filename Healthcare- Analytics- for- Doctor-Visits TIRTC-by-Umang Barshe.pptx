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49"/>
  </p:notesMasterIdLst>
  <p:handoutMasterIdLst>
    <p:handoutMasterId r:id="rId50"/>
  </p:handoutMasterIdLst>
  <p:sldIdLst>
    <p:sldId id="338" r:id="rId5"/>
    <p:sldId id="327" r:id="rId6"/>
    <p:sldId id="315" r:id="rId7"/>
    <p:sldId id="329" r:id="rId8"/>
    <p:sldId id="390" r:id="rId9"/>
    <p:sldId id="302" r:id="rId10"/>
    <p:sldId id="339" r:id="rId11"/>
    <p:sldId id="340" r:id="rId12"/>
    <p:sldId id="341"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 id="354" r:id="rId26"/>
    <p:sldId id="355" r:id="rId27"/>
    <p:sldId id="356" r:id="rId28"/>
    <p:sldId id="389" r:id="rId29"/>
    <p:sldId id="357" r:id="rId30"/>
    <p:sldId id="358" r:id="rId31"/>
    <p:sldId id="359" r:id="rId32"/>
    <p:sldId id="360" r:id="rId33"/>
    <p:sldId id="361" r:id="rId34"/>
    <p:sldId id="362" r:id="rId35"/>
    <p:sldId id="363" r:id="rId36"/>
    <p:sldId id="364" r:id="rId37"/>
    <p:sldId id="365" r:id="rId38"/>
    <p:sldId id="366" r:id="rId39"/>
    <p:sldId id="367" r:id="rId40"/>
    <p:sldId id="368" r:id="rId41"/>
    <p:sldId id="369" r:id="rId42"/>
    <p:sldId id="370" r:id="rId43"/>
    <p:sldId id="371" r:id="rId44"/>
    <p:sldId id="372" r:id="rId45"/>
    <p:sldId id="373" r:id="rId46"/>
    <p:sldId id="388" r:id="rId47"/>
    <p:sldId id="304"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93AF89-9E3C-4F16-B33A-5CB63684B398}" v="41" dt="2026-10-07T12:52:27.435"/>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2" d="100"/>
          <a:sy n="112" d="100"/>
        </p:scale>
        <p:origin x="432" y="10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ng barshe" userId="5bf63b0ddd6e8004" providerId="LiveId" clId="{CD53E95B-9AC2-4D18-8181-3C73114183BA}"/>
    <pc:docChg chg="custSel addSld delSld modSld">
      <pc:chgData name="umang barshe" userId="5bf63b0ddd6e8004" providerId="LiveId" clId="{CD53E95B-9AC2-4D18-8181-3C73114183BA}" dt="2026-10-07T12:58:27.685" v="1071" actId="255"/>
      <pc:docMkLst>
        <pc:docMk/>
      </pc:docMkLst>
      <pc:sldChg chg="addSp delSp modSp mod">
        <pc:chgData name="umang barshe" userId="5bf63b0ddd6e8004" providerId="LiveId" clId="{CD53E95B-9AC2-4D18-8181-3C73114183BA}" dt="2026-10-02T12:14:57.295" v="941" actId="255"/>
        <pc:sldMkLst>
          <pc:docMk/>
          <pc:sldMk cId="3401748718" sldId="304"/>
        </pc:sldMkLst>
        <pc:spChg chg="mod">
          <ac:chgData name="umang barshe" userId="5bf63b0ddd6e8004" providerId="LiveId" clId="{CD53E95B-9AC2-4D18-8181-3C73114183BA}" dt="2026-10-02T12:06:30.723" v="794" actId="14100"/>
          <ac:spMkLst>
            <pc:docMk/>
            <pc:sldMk cId="3401748718" sldId="304"/>
            <ac:spMk id="3" creationId="{D88C20CF-C1EE-4092-B52D-FD4AB2AB2508}"/>
          </ac:spMkLst>
        </pc:spChg>
        <pc:spChg chg="add mod">
          <ac:chgData name="umang barshe" userId="5bf63b0ddd6e8004" providerId="LiveId" clId="{CD53E95B-9AC2-4D18-8181-3C73114183BA}" dt="2026-10-02T12:14:57.295" v="941" actId="255"/>
          <ac:spMkLst>
            <pc:docMk/>
            <pc:sldMk cId="3401748718" sldId="304"/>
            <ac:spMk id="8" creationId="{22774E50-90AB-6B73-2194-A99F2DF0803A}"/>
          </ac:spMkLst>
        </pc:spChg>
      </pc:sldChg>
      <pc:sldChg chg="modSp mod">
        <pc:chgData name="umang barshe" userId="5bf63b0ddd6e8004" providerId="LiveId" clId="{CD53E95B-9AC2-4D18-8181-3C73114183BA}" dt="2026-10-02T12:16:01.543" v="945" actId="255"/>
        <pc:sldMkLst>
          <pc:docMk/>
          <pc:sldMk cId="1604013440" sldId="338"/>
        </pc:sldMkLst>
        <pc:spChg chg="mod">
          <ac:chgData name="umang barshe" userId="5bf63b0ddd6e8004" providerId="LiveId" clId="{CD53E95B-9AC2-4D18-8181-3C73114183BA}" dt="2026-10-02T12:15:24.795" v="942" actId="14100"/>
          <ac:spMkLst>
            <pc:docMk/>
            <pc:sldMk cId="1604013440" sldId="338"/>
            <ac:spMk id="4" creationId="{92056599-CDAA-4367-BEF8-31D6E32518C8}"/>
          </ac:spMkLst>
        </pc:spChg>
        <pc:spChg chg="mod">
          <ac:chgData name="umang barshe" userId="5bf63b0ddd6e8004" providerId="LiveId" clId="{CD53E95B-9AC2-4D18-8181-3C73114183BA}" dt="2026-10-02T12:16:01.543" v="945" actId="255"/>
          <ac:spMkLst>
            <pc:docMk/>
            <pc:sldMk cId="1604013440" sldId="338"/>
            <ac:spMk id="8" creationId="{F2271531-8846-9381-917B-AE0CC70C1AAD}"/>
          </ac:spMkLst>
        </pc:spChg>
      </pc:sldChg>
      <pc:sldChg chg="addSp delSp modSp mod delAnim modAnim">
        <pc:chgData name="umang barshe" userId="5bf63b0ddd6e8004" providerId="LiveId" clId="{CD53E95B-9AC2-4D18-8181-3C73114183BA}" dt="2026-10-02T12:14:05.108" v="940" actId="14100"/>
        <pc:sldMkLst>
          <pc:docMk/>
          <pc:sldMk cId="1086225493" sldId="339"/>
        </pc:sldMkLst>
        <pc:spChg chg="mod">
          <ac:chgData name="umang barshe" userId="5bf63b0ddd6e8004" providerId="LiveId" clId="{CD53E95B-9AC2-4D18-8181-3C73114183BA}" dt="2026-10-02T12:11:41.904" v="901" actId="20577"/>
          <ac:spMkLst>
            <pc:docMk/>
            <pc:sldMk cId="1086225493" sldId="339"/>
            <ac:spMk id="4" creationId="{AFE3A2AF-177E-45E6-A191-0F8523DB7FFA}"/>
          </ac:spMkLst>
        </pc:spChg>
        <pc:spChg chg="mod">
          <ac:chgData name="umang barshe" userId="5bf63b0ddd6e8004" providerId="LiveId" clId="{CD53E95B-9AC2-4D18-8181-3C73114183BA}" dt="2026-10-02T11:15:31.108" v="5" actId="20577"/>
          <ac:spMkLst>
            <pc:docMk/>
            <pc:sldMk cId="1086225493" sldId="339"/>
            <ac:spMk id="9" creationId="{E25373E9-1A26-4A40-9897-E42DE485D8E3}"/>
          </ac:spMkLst>
        </pc:spChg>
        <pc:picChg chg="add mod">
          <ac:chgData name="umang barshe" userId="5bf63b0ddd6e8004" providerId="LiveId" clId="{CD53E95B-9AC2-4D18-8181-3C73114183BA}" dt="2026-10-02T12:14:05.108" v="940" actId="14100"/>
          <ac:picMkLst>
            <pc:docMk/>
            <pc:sldMk cId="1086225493" sldId="339"/>
            <ac:picMk id="3" creationId="{ABA182D6-675D-0FD9-869A-364001937578}"/>
          </ac:picMkLst>
        </pc:picChg>
      </pc:sldChg>
      <pc:sldChg chg="addSp delSp modSp new mod">
        <pc:chgData name="umang barshe" userId="5bf63b0ddd6e8004" providerId="LiveId" clId="{CD53E95B-9AC2-4D18-8181-3C73114183BA}" dt="2026-10-02T12:13:57.843" v="939" actId="1076"/>
        <pc:sldMkLst>
          <pc:docMk/>
          <pc:sldMk cId="3875695771" sldId="340"/>
        </pc:sldMkLst>
        <pc:spChg chg="mod">
          <ac:chgData name="umang barshe" userId="5bf63b0ddd6e8004" providerId="LiveId" clId="{CD53E95B-9AC2-4D18-8181-3C73114183BA}" dt="2026-10-02T12:13:53.827" v="937" actId="20577"/>
          <ac:spMkLst>
            <pc:docMk/>
            <pc:sldMk cId="3875695771" sldId="340"/>
            <ac:spMk id="4" creationId="{16075E61-0208-6DAB-E2D7-1CC88BE97798}"/>
          </ac:spMkLst>
        </pc:spChg>
        <pc:picChg chg="add mod">
          <ac:chgData name="umang barshe" userId="5bf63b0ddd6e8004" providerId="LiveId" clId="{CD53E95B-9AC2-4D18-8181-3C73114183BA}" dt="2026-10-02T12:13:57.843" v="939" actId="1076"/>
          <ac:picMkLst>
            <pc:docMk/>
            <pc:sldMk cId="3875695771" sldId="340"/>
            <ac:picMk id="6" creationId="{E02A9308-8C18-3C31-7962-90D0EA2DB505}"/>
          </ac:picMkLst>
        </pc:picChg>
      </pc:sldChg>
      <pc:sldChg chg="addSp delSp modSp new mod">
        <pc:chgData name="umang barshe" userId="5bf63b0ddd6e8004" providerId="LiveId" clId="{CD53E95B-9AC2-4D18-8181-3C73114183BA}" dt="2026-10-02T11:21:37.170" v="148" actId="1076"/>
        <pc:sldMkLst>
          <pc:docMk/>
          <pc:sldMk cId="2957293189" sldId="341"/>
        </pc:sldMkLst>
        <pc:spChg chg="mod">
          <ac:chgData name="umang barshe" userId="5bf63b0ddd6e8004" providerId="LiveId" clId="{CD53E95B-9AC2-4D18-8181-3C73114183BA}" dt="2026-10-02T11:20:35.420" v="136" actId="20577"/>
          <ac:spMkLst>
            <pc:docMk/>
            <pc:sldMk cId="2957293189" sldId="341"/>
            <ac:spMk id="4" creationId="{F030FE4A-3D1A-3E55-6687-771FF691A687}"/>
          </ac:spMkLst>
        </pc:spChg>
        <pc:picChg chg="add mod">
          <ac:chgData name="umang barshe" userId="5bf63b0ddd6e8004" providerId="LiveId" clId="{CD53E95B-9AC2-4D18-8181-3C73114183BA}" dt="2026-10-02T11:21:37.170" v="148" actId="1076"/>
          <ac:picMkLst>
            <pc:docMk/>
            <pc:sldMk cId="2957293189" sldId="341"/>
            <ac:picMk id="6" creationId="{91D3A894-3636-62D3-6634-173073CF42C3}"/>
          </ac:picMkLst>
        </pc:picChg>
      </pc:sldChg>
      <pc:sldChg chg="addSp delSp modSp new mod">
        <pc:chgData name="umang barshe" userId="5bf63b0ddd6e8004" providerId="LiveId" clId="{CD53E95B-9AC2-4D18-8181-3C73114183BA}" dt="2026-10-02T11:23:36.938" v="176" actId="1076"/>
        <pc:sldMkLst>
          <pc:docMk/>
          <pc:sldMk cId="2568455348" sldId="342"/>
        </pc:sldMkLst>
        <pc:spChg chg="mod">
          <ac:chgData name="umang barshe" userId="5bf63b0ddd6e8004" providerId="LiveId" clId="{CD53E95B-9AC2-4D18-8181-3C73114183BA}" dt="2026-10-02T11:22:14.420" v="163" actId="20577"/>
          <ac:spMkLst>
            <pc:docMk/>
            <pc:sldMk cId="2568455348" sldId="342"/>
            <ac:spMk id="4" creationId="{7AD01CC7-2CE4-4E8A-473E-FA2651729732}"/>
          </ac:spMkLst>
        </pc:spChg>
        <pc:picChg chg="add mod">
          <ac:chgData name="umang barshe" userId="5bf63b0ddd6e8004" providerId="LiveId" clId="{CD53E95B-9AC2-4D18-8181-3C73114183BA}" dt="2026-10-02T11:23:36.938" v="176" actId="1076"/>
          <ac:picMkLst>
            <pc:docMk/>
            <pc:sldMk cId="2568455348" sldId="342"/>
            <ac:picMk id="6" creationId="{B51A630C-A592-A02A-8FD1-FF6EE1C75ADD}"/>
          </ac:picMkLst>
        </pc:picChg>
      </pc:sldChg>
      <pc:sldChg chg="addSp delSp modSp new mod">
        <pc:chgData name="umang barshe" userId="5bf63b0ddd6e8004" providerId="LiveId" clId="{CD53E95B-9AC2-4D18-8181-3C73114183BA}" dt="2026-10-02T11:24:46.639" v="199" actId="1076"/>
        <pc:sldMkLst>
          <pc:docMk/>
          <pc:sldMk cId="4287946202" sldId="343"/>
        </pc:sldMkLst>
        <pc:spChg chg="mod">
          <ac:chgData name="umang barshe" userId="5bf63b0ddd6e8004" providerId="LiveId" clId="{CD53E95B-9AC2-4D18-8181-3C73114183BA}" dt="2026-10-02T11:24:02.577" v="194" actId="20577"/>
          <ac:spMkLst>
            <pc:docMk/>
            <pc:sldMk cId="4287946202" sldId="343"/>
            <ac:spMk id="4" creationId="{5AF24954-8AF2-E594-FBAB-C09C8C9F6585}"/>
          </ac:spMkLst>
        </pc:spChg>
        <pc:picChg chg="add mod">
          <ac:chgData name="umang barshe" userId="5bf63b0ddd6e8004" providerId="LiveId" clId="{CD53E95B-9AC2-4D18-8181-3C73114183BA}" dt="2026-10-02T11:24:46.639" v="199" actId="1076"/>
          <ac:picMkLst>
            <pc:docMk/>
            <pc:sldMk cId="4287946202" sldId="343"/>
            <ac:picMk id="6" creationId="{40C8768E-F7BF-0CCD-7B07-8E3D2EFB27BC}"/>
          </ac:picMkLst>
        </pc:picChg>
      </pc:sldChg>
      <pc:sldChg chg="addSp delSp modSp new mod">
        <pc:chgData name="umang barshe" userId="5bf63b0ddd6e8004" providerId="LiveId" clId="{CD53E95B-9AC2-4D18-8181-3C73114183BA}" dt="2026-10-02T11:26:09.497" v="215" actId="1076"/>
        <pc:sldMkLst>
          <pc:docMk/>
          <pc:sldMk cId="930032802" sldId="344"/>
        </pc:sldMkLst>
        <pc:spChg chg="mod">
          <ac:chgData name="umang barshe" userId="5bf63b0ddd6e8004" providerId="LiveId" clId="{CD53E95B-9AC2-4D18-8181-3C73114183BA}" dt="2026-10-02T11:25:11.875" v="210" actId="20577"/>
          <ac:spMkLst>
            <pc:docMk/>
            <pc:sldMk cId="930032802" sldId="344"/>
            <ac:spMk id="4" creationId="{A22E660E-DBDF-FD15-FD36-A10F9CDD82B5}"/>
          </ac:spMkLst>
        </pc:spChg>
        <pc:picChg chg="add mod">
          <ac:chgData name="umang barshe" userId="5bf63b0ddd6e8004" providerId="LiveId" clId="{CD53E95B-9AC2-4D18-8181-3C73114183BA}" dt="2026-10-02T11:26:09.497" v="215" actId="1076"/>
          <ac:picMkLst>
            <pc:docMk/>
            <pc:sldMk cId="930032802" sldId="344"/>
            <ac:picMk id="6" creationId="{1FC773A8-8C8C-A3EE-D1CC-72BA54379081}"/>
          </ac:picMkLst>
        </pc:picChg>
      </pc:sldChg>
      <pc:sldChg chg="addSp delSp modSp new mod">
        <pc:chgData name="umang barshe" userId="5bf63b0ddd6e8004" providerId="LiveId" clId="{CD53E95B-9AC2-4D18-8181-3C73114183BA}" dt="2026-10-02T11:27:11.545" v="230" actId="1076"/>
        <pc:sldMkLst>
          <pc:docMk/>
          <pc:sldMk cId="2111846573" sldId="345"/>
        </pc:sldMkLst>
        <pc:spChg chg="mod">
          <ac:chgData name="umang barshe" userId="5bf63b0ddd6e8004" providerId="LiveId" clId="{CD53E95B-9AC2-4D18-8181-3C73114183BA}" dt="2026-10-02T11:26:30.553" v="226" actId="20577"/>
          <ac:spMkLst>
            <pc:docMk/>
            <pc:sldMk cId="2111846573" sldId="345"/>
            <ac:spMk id="4" creationId="{406F726D-A5A0-68AD-6F02-91C6D5A8824B}"/>
          </ac:spMkLst>
        </pc:spChg>
        <pc:picChg chg="add mod">
          <ac:chgData name="umang barshe" userId="5bf63b0ddd6e8004" providerId="LiveId" clId="{CD53E95B-9AC2-4D18-8181-3C73114183BA}" dt="2026-10-02T11:27:11.545" v="230" actId="1076"/>
          <ac:picMkLst>
            <pc:docMk/>
            <pc:sldMk cId="2111846573" sldId="345"/>
            <ac:picMk id="6" creationId="{4760CAA8-A948-EDD5-F66D-386183CDE409}"/>
          </ac:picMkLst>
        </pc:picChg>
      </pc:sldChg>
      <pc:sldChg chg="addSp delSp modSp new mod">
        <pc:chgData name="umang barshe" userId="5bf63b0ddd6e8004" providerId="LiveId" clId="{CD53E95B-9AC2-4D18-8181-3C73114183BA}" dt="2026-10-02T11:28:51.343" v="244" actId="1076"/>
        <pc:sldMkLst>
          <pc:docMk/>
          <pc:sldMk cId="51006482" sldId="346"/>
        </pc:sldMkLst>
        <pc:spChg chg="mod">
          <ac:chgData name="umang barshe" userId="5bf63b0ddd6e8004" providerId="LiveId" clId="{CD53E95B-9AC2-4D18-8181-3C73114183BA}" dt="2026-10-02T11:27:57.921" v="240" actId="20577"/>
          <ac:spMkLst>
            <pc:docMk/>
            <pc:sldMk cId="51006482" sldId="346"/>
            <ac:spMk id="4" creationId="{E75EB669-D924-25F2-BE4B-0C4AEB658FB7}"/>
          </ac:spMkLst>
        </pc:spChg>
        <pc:picChg chg="add mod">
          <ac:chgData name="umang barshe" userId="5bf63b0ddd6e8004" providerId="LiveId" clId="{CD53E95B-9AC2-4D18-8181-3C73114183BA}" dt="2026-10-02T11:28:51.343" v="244" actId="1076"/>
          <ac:picMkLst>
            <pc:docMk/>
            <pc:sldMk cId="51006482" sldId="346"/>
            <ac:picMk id="6" creationId="{7C87DB33-0C04-C55D-DC4B-6452AC5DD9AD}"/>
          </ac:picMkLst>
        </pc:picChg>
      </pc:sldChg>
      <pc:sldChg chg="addSp delSp modSp new mod">
        <pc:chgData name="umang barshe" userId="5bf63b0ddd6e8004" providerId="LiveId" clId="{CD53E95B-9AC2-4D18-8181-3C73114183BA}" dt="2026-10-02T11:30:21.046" v="261" actId="1076"/>
        <pc:sldMkLst>
          <pc:docMk/>
          <pc:sldMk cId="3060357749" sldId="347"/>
        </pc:sldMkLst>
        <pc:spChg chg="mod">
          <ac:chgData name="umang barshe" userId="5bf63b0ddd6e8004" providerId="LiveId" clId="{CD53E95B-9AC2-4D18-8181-3C73114183BA}" dt="2026-10-02T11:29:03.263" v="256" actId="20577"/>
          <ac:spMkLst>
            <pc:docMk/>
            <pc:sldMk cId="3060357749" sldId="347"/>
            <ac:spMk id="4" creationId="{48CD990D-49FD-C445-3049-00907C94278B}"/>
          </ac:spMkLst>
        </pc:spChg>
        <pc:picChg chg="add mod">
          <ac:chgData name="umang barshe" userId="5bf63b0ddd6e8004" providerId="LiveId" clId="{CD53E95B-9AC2-4D18-8181-3C73114183BA}" dt="2026-10-02T11:30:21.046" v="261" actId="1076"/>
          <ac:picMkLst>
            <pc:docMk/>
            <pc:sldMk cId="3060357749" sldId="347"/>
            <ac:picMk id="6" creationId="{DB65CB03-3565-72EF-AE88-4209C8C10271}"/>
          </ac:picMkLst>
        </pc:picChg>
      </pc:sldChg>
      <pc:sldChg chg="addSp delSp modSp new mod">
        <pc:chgData name="umang barshe" userId="5bf63b0ddd6e8004" providerId="LiveId" clId="{CD53E95B-9AC2-4D18-8181-3C73114183BA}" dt="2026-10-02T11:31:19.186" v="279" actId="1076"/>
        <pc:sldMkLst>
          <pc:docMk/>
          <pc:sldMk cId="491180771" sldId="348"/>
        </pc:sldMkLst>
        <pc:spChg chg="mod">
          <ac:chgData name="umang barshe" userId="5bf63b0ddd6e8004" providerId="LiveId" clId="{CD53E95B-9AC2-4D18-8181-3C73114183BA}" dt="2026-10-02T11:30:37.218" v="274" actId="20577"/>
          <ac:spMkLst>
            <pc:docMk/>
            <pc:sldMk cId="491180771" sldId="348"/>
            <ac:spMk id="4" creationId="{A04F0741-6312-96AA-4FA4-9C257D3C3263}"/>
          </ac:spMkLst>
        </pc:spChg>
        <pc:picChg chg="add mod">
          <ac:chgData name="umang barshe" userId="5bf63b0ddd6e8004" providerId="LiveId" clId="{CD53E95B-9AC2-4D18-8181-3C73114183BA}" dt="2026-10-02T11:31:19.186" v="279" actId="1076"/>
          <ac:picMkLst>
            <pc:docMk/>
            <pc:sldMk cId="491180771" sldId="348"/>
            <ac:picMk id="6" creationId="{8F584610-42CA-2440-1286-09FC706FE7B1}"/>
          </ac:picMkLst>
        </pc:picChg>
      </pc:sldChg>
      <pc:sldChg chg="addSp delSp modSp new mod">
        <pc:chgData name="umang barshe" userId="5bf63b0ddd6e8004" providerId="LiveId" clId="{CD53E95B-9AC2-4D18-8181-3C73114183BA}" dt="2026-10-02T11:32:18.545" v="297" actId="1076"/>
        <pc:sldMkLst>
          <pc:docMk/>
          <pc:sldMk cId="954797739" sldId="349"/>
        </pc:sldMkLst>
        <pc:spChg chg="mod">
          <ac:chgData name="umang barshe" userId="5bf63b0ddd6e8004" providerId="LiveId" clId="{CD53E95B-9AC2-4D18-8181-3C73114183BA}" dt="2026-10-02T11:31:37.983" v="287" actId="20577"/>
          <ac:spMkLst>
            <pc:docMk/>
            <pc:sldMk cId="954797739" sldId="349"/>
            <ac:spMk id="4" creationId="{5C6A4601-8853-313A-865D-B750AE830B52}"/>
          </ac:spMkLst>
        </pc:spChg>
        <pc:picChg chg="add mod">
          <ac:chgData name="umang barshe" userId="5bf63b0ddd6e8004" providerId="LiveId" clId="{CD53E95B-9AC2-4D18-8181-3C73114183BA}" dt="2026-10-02T11:32:18.545" v="297" actId="1076"/>
          <ac:picMkLst>
            <pc:docMk/>
            <pc:sldMk cId="954797739" sldId="349"/>
            <ac:picMk id="6" creationId="{2F87AE52-8881-AA4E-D200-C4FEA9327067}"/>
          </ac:picMkLst>
        </pc:picChg>
      </pc:sldChg>
      <pc:sldChg chg="addSp delSp modSp new mod">
        <pc:chgData name="umang barshe" userId="5bf63b0ddd6e8004" providerId="LiveId" clId="{CD53E95B-9AC2-4D18-8181-3C73114183BA}" dt="2026-10-02T11:33:25.248" v="314" actId="1076"/>
        <pc:sldMkLst>
          <pc:docMk/>
          <pc:sldMk cId="2638151617" sldId="350"/>
        </pc:sldMkLst>
        <pc:spChg chg="mod">
          <ac:chgData name="umang barshe" userId="5bf63b0ddd6e8004" providerId="LiveId" clId="{CD53E95B-9AC2-4D18-8181-3C73114183BA}" dt="2026-10-02T11:32:33.336" v="305" actId="20577"/>
          <ac:spMkLst>
            <pc:docMk/>
            <pc:sldMk cId="2638151617" sldId="350"/>
            <ac:spMk id="4" creationId="{80B9EC2E-BD3C-F04C-2C9C-18D6BD8B2AA7}"/>
          </ac:spMkLst>
        </pc:spChg>
        <pc:picChg chg="add mod">
          <ac:chgData name="umang barshe" userId="5bf63b0ddd6e8004" providerId="LiveId" clId="{CD53E95B-9AC2-4D18-8181-3C73114183BA}" dt="2026-10-02T11:33:25.248" v="314" actId="1076"/>
          <ac:picMkLst>
            <pc:docMk/>
            <pc:sldMk cId="2638151617" sldId="350"/>
            <ac:picMk id="6" creationId="{43356C23-96C0-0E21-783B-C092A43B9C90}"/>
          </ac:picMkLst>
        </pc:picChg>
      </pc:sldChg>
      <pc:sldChg chg="addSp delSp modSp new mod">
        <pc:chgData name="umang barshe" userId="5bf63b0ddd6e8004" providerId="LiveId" clId="{CD53E95B-9AC2-4D18-8181-3C73114183BA}" dt="2026-10-02T11:34:16.233" v="329" actId="1076"/>
        <pc:sldMkLst>
          <pc:docMk/>
          <pc:sldMk cId="2252484999" sldId="351"/>
        </pc:sldMkLst>
        <pc:spChg chg="mod">
          <ac:chgData name="umang barshe" userId="5bf63b0ddd6e8004" providerId="LiveId" clId="{CD53E95B-9AC2-4D18-8181-3C73114183BA}" dt="2026-10-02T11:33:39.687" v="324" actId="20577"/>
          <ac:spMkLst>
            <pc:docMk/>
            <pc:sldMk cId="2252484999" sldId="351"/>
            <ac:spMk id="4" creationId="{19B7FAB5-009D-34AE-1E93-6DE98F7F28C1}"/>
          </ac:spMkLst>
        </pc:spChg>
        <pc:picChg chg="add mod">
          <ac:chgData name="umang barshe" userId="5bf63b0ddd6e8004" providerId="LiveId" clId="{CD53E95B-9AC2-4D18-8181-3C73114183BA}" dt="2026-10-02T11:34:16.233" v="329" actId="1076"/>
          <ac:picMkLst>
            <pc:docMk/>
            <pc:sldMk cId="2252484999" sldId="351"/>
            <ac:picMk id="6" creationId="{61128565-653F-EBDF-ED61-61FB9C7B51B4}"/>
          </ac:picMkLst>
        </pc:picChg>
      </pc:sldChg>
      <pc:sldChg chg="addSp delSp modSp new mod">
        <pc:chgData name="umang barshe" userId="5bf63b0ddd6e8004" providerId="LiveId" clId="{CD53E95B-9AC2-4D18-8181-3C73114183BA}" dt="2026-10-02T11:35:20.576" v="343" actId="1076"/>
        <pc:sldMkLst>
          <pc:docMk/>
          <pc:sldMk cId="2523336355" sldId="352"/>
        </pc:sldMkLst>
        <pc:spChg chg="mod">
          <ac:chgData name="umang barshe" userId="5bf63b0ddd6e8004" providerId="LiveId" clId="{CD53E95B-9AC2-4D18-8181-3C73114183BA}" dt="2026-10-02T11:34:34.484" v="337" actId="20577"/>
          <ac:spMkLst>
            <pc:docMk/>
            <pc:sldMk cId="2523336355" sldId="352"/>
            <ac:spMk id="4" creationId="{7B494ED8-86B4-3483-C89B-119BD8C144C8}"/>
          </ac:spMkLst>
        </pc:spChg>
        <pc:picChg chg="add mod">
          <ac:chgData name="umang barshe" userId="5bf63b0ddd6e8004" providerId="LiveId" clId="{CD53E95B-9AC2-4D18-8181-3C73114183BA}" dt="2026-10-02T11:35:20.576" v="343" actId="1076"/>
          <ac:picMkLst>
            <pc:docMk/>
            <pc:sldMk cId="2523336355" sldId="352"/>
            <ac:picMk id="6" creationId="{9A59FFF6-D5E4-1D98-2520-92A06A18043A}"/>
          </ac:picMkLst>
        </pc:picChg>
      </pc:sldChg>
      <pc:sldChg chg="addSp delSp modSp new mod">
        <pc:chgData name="umang barshe" userId="5bf63b0ddd6e8004" providerId="LiveId" clId="{CD53E95B-9AC2-4D18-8181-3C73114183BA}" dt="2026-10-02T11:36:30.827" v="366" actId="1076"/>
        <pc:sldMkLst>
          <pc:docMk/>
          <pc:sldMk cId="3180091502" sldId="353"/>
        </pc:sldMkLst>
        <pc:spChg chg="mod">
          <ac:chgData name="umang barshe" userId="5bf63b0ddd6e8004" providerId="LiveId" clId="{CD53E95B-9AC2-4D18-8181-3C73114183BA}" dt="2026-10-02T11:35:43.051" v="362" actId="14100"/>
          <ac:spMkLst>
            <pc:docMk/>
            <pc:sldMk cId="3180091502" sldId="353"/>
            <ac:spMk id="4" creationId="{1AAA6E9C-56A7-92C1-9E05-AFAD2A977B38}"/>
          </ac:spMkLst>
        </pc:spChg>
        <pc:picChg chg="add mod">
          <ac:chgData name="umang barshe" userId="5bf63b0ddd6e8004" providerId="LiveId" clId="{CD53E95B-9AC2-4D18-8181-3C73114183BA}" dt="2026-10-02T11:36:30.827" v="366" actId="1076"/>
          <ac:picMkLst>
            <pc:docMk/>
            <pc:sldMk cId="3180091502" sldId="353"/>
            <ac:picMk id="6" creationId="{DE0C8325-0124-C96B-3011-18E89131CF29}"/>
          </ac:picMkLst>
        </pc:picChg>
      </pc:sldChg>
      <pc:sldChg chg="addSp delSp modSp new mod">
        <pc:chgData name="umang barshe" userId="5bf63b0ddd6e8004" providerId="LiveId" clId="{CD53E95B-9AC2-4D18-8181-3C73114183BA}" dt="2026-10-02T11:37:20.873" v="380" actId="1076"/>
        <pc:sldMkLst>
          <pc:docMk/>
          <pc:sldMk cId="2228056062" sldId="354"/>
        </pc:sldMkLst>
        <pc:spChg chg="mod">
          <ac:chgData name="umang barshe" userId="5bf63b0ddd6e8004" providerId="LiveId" clId="{CD53E95B-9AC2-4D18-8181-3C73114183BA}" dt="2026-10-02T11:36:58.436" v="377" actId="14100"/>
          <ac:spMkLst>
            <pc:docMk/>
            <pc:sldMk cId="2228056062" sldId="354"/>
            <ac:spMk id="4" creationId="{DC4E93A8-BCEB-60E5-BCA9-241D536CC007}"/>
          </ac:spMkLst>
        </pc:spChg>
        <pc:picChg chg="add mod">
          <ac:chgData name="umang barshe" userId="5bf63b0ddd6e8004" providerId="LiveId" clId="{CD53E95B-9AC2-4D18-8181-3C73114183BA}" dt="2026-10-02T11:37:20.873" v="380" actId="1076"/>
          <ac:picMkLst>
            <pc:docMk/>
            <pc:sldMk cId="2228056062" sldId="354"/>
            <ac:picMk id="6" creationId="{2C87A350-85C6-85CF-4A84-68BE4E5C3958}"/>
          </ac:picMkLst>
        </pc:picChg>
      </pc:sldChg>
      <pc:sldChg chg="addSp delSp modSp new mod">
        <pc:chgData name="umang barshe" userId="5bf63b0ddd6e8004" providerId="LiveId" clId="{CD53E95B-9AC2-4D18-8181-3C73114183BA}" dt="2026-10-02T11:38:44.576" v="397" actId="1076"/>
        <pc:sldMkLst>
          <pc:docMk/>
          <pc:sldMk cId="967646047" sldId="355"/>
        </pc:sldMkLst>
        <pc:spChg chg="mod">
          <ac:chgData name="umang barshe" userId="5bf63b0ddd6e8004" providerId="LiveId" clId="{CD53E95B-9AC2-4D18-8181-3C73114183BA}" dt="2026-10-02T11:37:32.749" v="388" actId="20577"/>
          <ac:spMkLst>
            <pc:docMk/>
            <pc:sldMk cId="967646047" sldId="355"/>
            <ac:spMk id="4" creationId="{CE541F30-ED2C-4768-0081-173B3AE63706}"/>
          </ac:spMkLst>
        </pc:spChg>
        <pc:picChg chg="add mod">
          <ac:chgData name="umang barshe" userId="5bf63b0ddd6e8004" providerId="LiveId" clId="{CD53E95B-9AC2-4D18-8181-3C73114183BA}" dt="2026-10-02T11:38:44.576" v="397" actId="1076"/>
          <ac:picMkLst>
            <pc:docMk/>
            <pc:sldMk cId="967646047" sldId="355"/>
            <ac:picMk id="6" creationId="{4B79AB63-5353-DE4A-1FF7-EA4A7DE695B5}"/>
          </ac:picMkLst>
        </pc:picChg>
      </pc:sldChg>
      <pc:sldChg chg="addSp delSp modSp new mod">
        <pc:chgData name="umang barshe" userId="5bf63b0ddd6e8004" providerId="LiveId" clId="{CD53E95B-9AC2-4D18-8181-3C73114183BA}" dt="2026-10-02T11:40:12.920" v="413" actId="1076"/>
        <pc:sldMkLst>
          <pc:docMk/>
          <pc:sldMk cId="3762889892" sldId="356"/>
        </pc:sldMkLst>
        <pc:spChg chg="mod">
          <ac:chgData name="umang barshe" userId="5bf63b0ddd6e8004" providerId="LiveId" clId="{CD53E95B-9AC2-4D18-8181-3C73114183BA}" dt="2026-10-02T11:39:05.670" v="408" actId="14100"/>
          <ac:spMkLst>
            <pc:docMk/>
            <pc:sldMk cId="3762889892" sldId="356"/>
            <ac:spMk id="4" creationId="{16661643-8353-548B-89D7-16209439CF51}"/>
          </ac:spMkLst>
        </pc:spChg>
        <pc:picChg chg="add mod">
          <ac:chgData name="umang barshe" userId="5bf63b0ddd6e8004" providerId="LiveId" clId="{CD53E95B-9AC2-4D18-8181-3C73114183BA}" dt="2026-10-02T11:40:12.920" v="413" actId="1076"/>
          <ac:picMkLst>
            <pc:docMk/>
            <pc:sldMk cId="3762889892" sldId="356"/>
            <ac:picMk id="6" creationId="{F6FCA282-9E8D-A7B2-C0AA-9D4CC46FADFD}"/>
          </ac:picMkLst>
        </pc:picChg>
      </pc:sldChg>
      <pc:sldChg chg="addSp delSp modSp new mod">
        <pc:chgData name="umang barshe" userId="5bf63b0ddd6e8004" providerId="LiveId" clId="{CD53E95B-9AC2-4D18-8181-3C73114183BA}" dt="2026-10-02T11:41:53.873" v="447" actId="1076"/>
        <pc:sldMkLst>
          <pc:docMk/>
          <pc:sldMk cId="2191620913" sldId="357"/>
        </pc:sldMkLst>
        <pc:spChg chg="mod">
          <ac:chgData name="umang barshe" userId="5bf63b0ddd6e8004" providerId="LiveId" clId="{CD53E95B-9AC2-4D18-8181-3C73114183BA}" dt="2026-10-02T11:41:14.379" v="439" actId="20577"/>
          <ac:spMkLst>
            <pc:docMk/>
            <pc:sldMk cId="2191620913" sldId="357"/>
            <ac:spMk id="4" creationId="{6A68842D-86A2-EA7E-3181-2EF676D6D6E6}"/>
          </ac:spMkLst>
        </pc:spChg>
        <pc:picChg chg="add mod">
          <ac:chgData name="umang barshe" userId="5bf63b0ddd6e8004" providerId="LiveId" clId="{CD53E95B-9AC2-4D18-8181-3C73114183BA}" dt="2026-10-02T11:41:53.873" v="447" actId="1076"/>
          <ac:picMkLst>
            <pc:docMk/>
            <pc:sldMk cId="2191620913" sldId="357"/>
            <ac:picMk id="6" creationId="{53338741-E053-3DDA-A155-A256C27BE17B}"/>
          </ac:picMkLst>
        </pc:picChg>
      </pc:sldChg>
      <pc:sldChg chg="addSp delSp modSp new mod">
        <pc:chgData name="umang barshe" userId="5bf63b0ddd6e8004" providerId="LiveId" clId="{CD53E95B-9AC2-4D18-8181-3C73114183BA}" dt="2026-10-02T11:44:17.904" v="486" actId="14100"/>
        <pc:sldMkLst>
          <pc:docMk/>
          <pc:sldMk cId="87202509" sldId="358"/>
        </pc:sldMkLst>
        <pc:spChg chg="mod">
          <ac:chgData name="umang barshe" userId="5bf63b0ddd6e8004" providerId="LiveId" clId="{CD53E95B-9AC2-4D18-8181-3C73114183BA}" dt="2026-10-02T11:42:11.937" v="455" actId="20577"/>
          <ac:spMkLst>
            <pc:docMk/>
            <pc:sldMk cId="87202509" sldId="358"/>
            <ac:spMk id="4" creationId="{EFC58BCF-9013-F202-ED87-1545DF07684A}"/>
          </ac:spMkLst>
        </pc:spChg>
        <pc:picChg chg="add mod">
          <ac:chgData name="umang barshe" userId="5bf63b0ddd6e8004" providerId="LiveId" clId="{CD53E95B-9AC2-4D18-8181-3C73114183BA}" dt="2026-10-02T11:44:17.904" v="486" actId="14100"/>
          <ac:picMkLst>
            <pc:docMk/>
            <pc:sldMk cId="87202509" sldId="358"/>
            <ac:picMk id="6" creationId="{C69C2065-C238-BB9C-FCA4-EC141E71406F}"/>
          </ac:picMkLst>
        </pc:picChg>
      </pc:sldChg>
      <pc:sldChg chg="addSp delSp modSp new mod">
        <pc:chgData name="umang barshe" userId="5bf63b0ddd6e8004" providerId="LiveId" clId="{CD53E95B-9AC2-4D18-8181-3C73114183BA}" dt="2026-10-02T11:43:36.171" v="474" actId="1076"/>
        <pc:sldMkLst>
          <pc:docMk/>
          <pc:sldMk cId="3282950396" sldId="359"/>
        </pc:sldMkLst>
        <pc:spChg chg="mod">
          <ac:chgData name="umang barshe" userId="5bf63b0ddd6e8004" providerId="LiveId" clId="{CD53E95B-9AC2-4D18-8181-3C73114183BA}" dt="2026-10-02T11:42:50.326" v="471" actId="14100"/>
          <ac:spMkLst>
            <pc:docMk/>
            <pc:sldMk cId="3282950396" sldId="359"/>
            <ac:spMk id="4" creationId="{150EB579-D123-2ACF-8E6A-B2D5D7F8A259}"/>
          </ac:spMkLst>
        </pc:spChg>
        <pc:picChg chg="add mod">
          <ac:chgData name="umang barshe" userId="5bf63b0ddd6e8004" providerId="LiveId" clId="{CD53E95B-9AC2-4D18-8181-3C73114183BA}" dt="2026-10-02T11:43:36.171" v="474" actId="1076"/>
          <ac:picMkLst>
            <pc:docMk/>
            <pc:sldMk cId="3282950396" sldId="359"/>
            <ac:picMk id="6" creationId="{517C2B0A-461C-B9F9-9A02-7FA5CDEB52D2}"/>
          </ac:picMkLst>
        </pc:picChg>
      </pc:sldChg>
      <pc:sldChg chg="addSp delSp modSp new mod">
        <pc:chgData name="umang barshe" userId="5bf63b0ddd6e8004" providerId="LiveId" clId="{CD53E95B-9AC2-4D18-8181-3C73114183BA}" dt="2026-10-02T11:45:03.077" v="489" actId="1076"/>
        <pc:sldMkLst>
          <pc:docMk/>
          <pc:sldMk cId="2560383777" sldId="360"/>
        </pc:sldMkLst>
        <pc:spChg chg="mod">
          <ac:chgData name="umang barshe" userId="5bf63b0ddd6e8004" providerId="LiveId" clId="{CD53E95B-9AC2-4D18-8181-3C73114183BA}" dt="2026-10-02T11:44:02.264" v="485" actId="20577"/>
          <ac:spMkLst>
            <pc:docMk/>
            <pc:sldMk cId="2560383777" sldId="360"/>
            <ac:spMk id="4" creationId="{6AF95830-22BD-F16F-F197-AE9C5B4E946F}"/>
          </ac:spMkLst>
        </pc:spChg>
        <pc:picChg chg="add mod">
          <ac:chgData name="umang barshe" userId="5bf63b0ddd6e8004" providerId="LiveId" clId="{CD53E95B-9AC2-4D18-8181-3C73114183BA}" dt="2026-10-02T11:45:03.077" v="489" actId="1076"/>
          <ac:picMkLst>
            <pc:docMk/>
            <pc:sldMk cId="2560383777" sldId="360"/>
            <ac:picMk id="6" creationId="{37E3836D-B2BE-05E8-4231-AAE0F808A1BB}"/>
          </ac:picMkLst>
        </pc:picChg>
      </pc:sldChg>
      <pc:sldChg chg="addSp delSp modSp new mod">
        <pc:chgData name="umang barshe" userId="5bf63b0ddd6e8004" providerId="LiveId" clId="{CD53E95B-9AC2-4D18-8181-3C73114183BA}" dt="2026-10-02T11:46:21.857" v="508" actId="1076"/>
        <pc:sldMkLst>
          <pc:docMk/>
          <pc:sldMk cId="3719329243" sldId="361"/>
        </pc:sldMkLst>
        <pc:spChg chg="mod">
          <ac:chgData name="umang barshe" userId="5bf63b0ddd6e8004" providerId="LiveId" clId="{CD53E95B-9AC2-4D18-8181-3C73114183BA}" dt="2026-10-02T11:45:31.779" v="500" actId="14100"/>
          <ac:spMkLst>
            <pc:docMk/>
            <pc:sldMk cId="3719329243" sldId="361"/>
            <ac:spMk id="4" creationId="{267D4DE8-019B-1C90-878B-4EBA705BB8DC}"/>
          </ac:spMkLst>
        </pc:spChg>
        <pc:picChg chg="add mod">
          <ac:chgData name="umang barshe" userId="5bf63b0ddd6e8004" providerId="LiveId" clId="{CD53E95B-9AC2-4D18-8181-3C73114183BA}" dt="2026-10-02T11:46:21.857" v="508" actId="1076"/>
          <ac:picMkLst>
            <pc:docMk/>
            <pc:sldMk cId="3719329243" sldId="361"/>
            <ac:picMk id="6" creationId="{E73E2D2C-6FAB-1900-9706-331CFAA4C40C}"/>
          </ac:picMkLst>
        </pc:picChg>
      </pc:sldChg>
      <pc:sldChg chg="addSp delSp modSp new mod">
        <pc:chgData name="umang barshe" userId="5bf63b0ddd6e8004" providerId="LiveId" clId="{CD53E95B-9AC2-4D18-8181-3C73114183BA}" dt="2026-10-02T11:47:31.482" v="533" actId="1076"/>
        <pc:sldMkLst>
          <pc:docMk/>
          <pc:sldMk cId="1214367285" sldId="362"/>
        </pc:sldMkLst>
        <pc:spChg chg="mod">
          <ac:chgData name="umang barshe" userId="5bf63b0ddd6e8004" providerId="LiveId" clId="{CD53E95B-9AC2-4D18-8181-3C73114183BA}" dt="2026-10-02T11:46:48.342" v="525" actId="14100"/>
          <ac:spMkLst>
            <pc:docMk/>
            <pc:sldMk cId="1214367285" sldId="362"/>
            <ac:spMk id="4" creationId="{1B124E6E-448B-5631-1716-A29034AA2C76}"/>
          </ac:spMkLst>
        </pc:spChg>
        <pc:picChg chg="add mod">
          <ac:chgData name="umang barshe" userId="5bf63b0ddd6e8004" providerId="LiveId" clId="{CD53E95B-9AC2-4D18-8181-3C73114183BA}" dt="2026-10-02T11:47:31.482" v="533" actId="1076"/>
          <ac:picMkLst>
            <pc:docMk/>
            <pc:sldMk cId="1214367285" sldId="362"/>
            <ac:picMk id="6" creationId="{692CE923-61F7-BE11-21B4-81D6464C84F6}"/>
          </ac:picMkLst>
        </pc:picChg>
      </pc:sldChg>
      <pc:sldChg chg="addSp delSp modSp new mod">
        <pc:chgData name="umang barshe" userId="5bf63b0ddd6e8004" providerId="LiveId" clId="{CD53E95B-9AC2-4D18-8181-3C73114183BA}" dt="2026-10-02T11:48:40.437" v="561" actId="1076"/>
        <pc:sldMkLst>
          <pc:docMk/>
          <pc:sldMk cId="3105727493" sldId="363"/>
        </pc:sldMkLst>
        <pc:spChg chg="mod">
          <ac:chgData name="umang barshe" userId="5bf63b0ddd6e8004" providerId="LiveId" clId="{CD53E95B-9AC2-4D18-8181-3C73114183BA}" dt="2026-10-02T11:48:13.499" v="554" actId="14100"/>
          <ac:spMkLst>
            <pc:docMk/>
            <pc:sldMk cId="3105727493" sldId="363"/>
            <ac:spMk id="4" creationId="{E2F36A73-1755-57BD-83A9-D3A390D98D1C}"/>
          </ac:spMkLst>
        </pc:spChg>
        <pc:picChg chg="add mod">
          <ac:chgData name="umang barshe" userId="5bf63b0ddd6e8004" providerId="LiveId" clId="{CD53E95B-9AC2-4D18-8181-3C73114183BA}" dt="2026-10-02T11:48:40.437" v="561" actId="1076"/>
          <ac:picMkLst>
            <pc:docMk/>
            <pc:sldMk cId="3105727493" sldId="363"/>
            <ac:picMk id="6" creationId="{91721E85-5862-8570-D205-20D14E94C45E}"/>
          </ac:picMkLst>
        </pc:picChg>
      </pc:sldChg>
      <pc:sldChg chg="addSp delSp modSp new mod">
        <pc:chgData name="umang barshe" userId="5bf63b0ddd6e8004" providerId="LiveId" clId="{CD53E95B-9AC2-4D18-8181-3C73114183BA}" dt="2026-10-02T11:49:31.757" v="575" actId="1076"/>
        <pc:sldMkLst>
          <pc:docMk/>
          <pc:sldMk cId="971876029" sldId="364"/>
        </pc:sldMkLst>
        <pc:spChg chg="mod">
          <ac:chgData name="umang barshe" userId="5bf63b0ddd6e8004" providerId="LiveId" clId="{CD53E95B-9AC2-4D18-8181-3C73114183BA}" dt="2026-10-02T11:48:55.920" v="570" actId="14100"/>
          <ac:spMkLst>
            <pc:docMk/>
            <pc:sldMk cId="971876029" sldId="364"/>
            <ac:spMk id="4" creationId="{86358BA9-1A1C-B04A-E2ED-09589FB3F470}"/>
          </ac:spMkLst>
        </pc:spChg>
        <pc:picChg chg="add mod">
          <ac:chgData name="umang barshe" userId="5bf63b0ddd6e8004" providerId="LiveId" clId="{CD53E95B-9AC2-4D18-8181-3C73114183BA}" dt="2026-10-02T11:49:31.757" v="575" actId="1076"/>
          <ac:picMkLst>
            <pc:docMk/>
            <pc:sldMk cId="971876029" sldId="364"/>
            <ac:picMk id="6" creationId="{12562863-90B0-F4B9-2D4C-D06D072B212C}"/>
          </ac:picMkLst>
        </pc:picChg>
      </pc:sldChg>
      <pc:sldChg chg="addSp delSp modSp new mod">
        <pc:chgData name="umang barshe" userId="5bf63b0ddd6e8004" providerId="LiveId" clId="{CD53E95B-9AC2-4D18-8181-3C73114183BA}" dt="2026-10-02T11:50:09.718" v="588" actId="1076"/>
        <pc:sldMkLst>
          <pc:docMk/>
          <pc:sldMk cId="823517403" sldId="365"/>
        </pc:sldMkLst>
        <pc:spChg chg="mod">
          <ac:chgData name="umang barshe" userId="5bf63b0ddd6e8004" providerId="LiveId" clId="{CD53E95B-9AC2-4D18-8181-3C73114183BA}" dt="2026-10-02T11:49:41.826" v="583" actId="20577"/>
          <ac:spMkLst>
            <pc:docMk/>
            <pc:sldMk cId="823517403" sldId="365"/>
            <ac:spMk id="4" creationId="{B41F095A-D1A2-1A5B-B277-9957A636FB8D}"/>
          </ac:spMkLst>
        </pc:spChg>
        <pc:picChg chg="add mod">
          <ac:chgData name="umang barshe" userId="5bf63b0ddd6e8004" providerId="LiveId" clId="{CD53E95B-9AC2-4D18-8181-3C73114183BA}" dt="2026-10-02T11:50:09.718" v="588" actId="1076"/>
          <ac:picMkLst>
            <pc:docMk/>
            <pc:sldMk cId="823517403" sldId="365"/>
            <ac:picMk id="6" creationId="{01C39FEA-FE7B-B319-625C-305578A2D902}"/>
          </ac:picMkLst>
        </pc:picChg>
      </pc:sldChg>
      <pc:sldChg chg="addSp delSp modSp new mod">
        <pc:chgData name="umang barshe" userId="5bf63b0ddd6e8004" providerId="LiveId" clId="{CD53E95B-9AC2-4D18-8181-3C73114183BA}" dt="2026-10-02T11:51:22.654" v="604" actId="1076"/>
        <pc:sldMkLst>
          <pc:docMk/>
          <pc:sldMk cId="429718574" sldId="366"/>
        </pc:sldMkLst>
        <pc:spChg chg="mod">
          <ac:chgData name="umang barshe" userId="5bf63b0ddd6e8004" providerId="LiveId" clId="{CD53E95B-9AC2-4D18-8181-3C73114183BA}" dt="2026-10-02T11:50:30.842" v="598" actId="20577"/>
          <ac:spMkLst>
            <pc:docMk/>
            <pc:sldMk cId="429718574" sldId="366"/>
            <ac:spMk id="4" creationId="{F8E3A835-7272-55C2-A7D2-9368B67736D7}"/>
          </ac:spMkLst>
        </pc:spChg>
        <pc:picChg chg="add mod">
          <ac:chgData name="umang barshe" userId="5bf63b0ddd6e8004" providerId="LiveId" clId="{CD53E95B-9AC2-4D18-8181-3C73114183BA}" dt="2026-10-02T11:51:22.654" v="604" actId="1076"/>
          <ac:picMkLst>
            <pc:docMk/>
            <pc:sldMk cId="429718574" sldId="366"/>
            <ac:picMk id="6" creationId="{380C3456-B8FB-D1BE-60F7-6639DB86EF2D}"/>
          </ac:picMkLst>
        </pc:picChg>
      </pc:sldChg>
      <pc:sldChg chg="addSp delSp modSp new mod">
        <pc:chgData name="umang barshe" userId="5bf63b0ddd6e8004" providerId="LiveId" clId="{CD53E95B-9AC2-4D18-8181-3C73114183BA}" dt="2026-10-02T11:52:26.490" v="625" actId="14100"/>
        <pc:sldMkLst>
          <pc:docMk/>
          <pc:sldMk cId="2899432561" sldId="367"/>
        </pc:sldMkLst>
        <pc:spChg chg="mod">
          <ac:chgData name="umang barshe" userId="5bf63b0ddd6e8004" providerId="LiveId" clId="{CD53E95B-9AC2-4D18-8181-3C73114183BA}" dt="2026-10-02T11:51:57.202" v="619" actId="14100"/>
          <ac:spMkLst>
            <pc:docMk/>
            <pc:sldMk cId="2899432561" sldId="367"/>
            <ac:spMk id="4" creationId="{A1140528-900A-34C8-7381-8BFFF0A03669}"/>
          </ac:spMkLst>
        </pc:spChg>
        <pc:picChg chg="add mod">
          <ac:chgData name="umang barshe" userId="5bf63b0ddd6e8004" providerId="LiveId" clId="{CD53E95B-9AC2-4D18-8181-3C73114183BA}" dt="2026-10-02T11:52:26.490" v="625" actId="14100"/>
          <ac:picMkLst>
            <pc:docMk/>
            <pc:sldMk cId="2899432561" sldId="367"/>
            <ac:picMk id="6" creationId="{0C384099-6E4D-07E8-7766-F350BC25F65F}"/>
          </ac:picMkLst>
        </pc:picChg>
      </pc:sldChg>
      <pc:sldChg chg="addSp delSp modSp new mod">
        <pc:chgData name="umang barshe" userId="5bf63b0ddd6e8004" providerId="LiveId" clId="{CD53E95B-9AC2-4D18-8181-3C73114183BA}" dt="2026-10-02T11:53:25.982" v="647" actId="1076"/>
        <pc:sldMkLst>
          <pc:docMk/>
          <pc:sldMk cId="3617731191" sldId="368"/>
        </pc:sldMkLst>
        <pc:spChg chg="mod">
          <ac:chgData name="umang barshe" userId="5bf63b0ddd6e8004" providerId="LiveId" clId="{CD53E95B-9AC2-4D18-8181-3C73114183BA}" dt="2026-10-02T11:52:53.874" v="638" actId="20577"/>
          <ac:spMkLst>
            <pc:docMk/>
            <pc:sldMk cId="3617731191" sldId="368"/>
            <ac:spMk id="4" creationId="{68E87F49-B90D-CA50-6077-4D82841E582B}"/>
          </ac:spMkLst>
        </pc:spChg>
        <pc:picChg chg="add mod">
          <ac:chgData name="umang barshe" userId="5bf63b0ddd6e8004" providerId="LiveId" clId="{CD53E95B-9AC2-4D18-8181-3C73114183BA}" dt="2026-10-02T11:53:25.982" v="647" actId="1076"/>
          <ac:picMkLst>
            <pc:docMk/>
            <pc:sldMk cId="3617731191" sldId="368"/>
            <ac:picMk id="6" creationId="{9F185BF2-B20B-E538-60FA-F3FB8FE8326C}"/>
          </ac:picMkLst>
        </pc:picChg>
      </pc:sldChg>
      <pc:sldChg chg="addSp delSp modSp new mod">
        <pc:chgData name="umang barshe" userId="5bf63b0ddd6e8004" providerId="LiveId" clId="{CD53E95B-9AC2-4D18-8181-3C73114183BA}" dt="2026-10-02T11:54:39.330" v="668" actId="1076"/>
        <pc:sldMkLst>
          <pc:docMk/>
          <pc:sldMk cId="3831366461" sldId="369"/>
        </pc:sldMkLst>
        <pc:spChg chg="mod">
          <ac:chgData name="umang barshe" userId="5bf63b0ddd6e8004" providerId="LiveId" clId="{CD53E95B-9AC2-4D18-8181-3C73114183BA}" dt="2026-10-02T11:53:46.670" v="661" actId="20577"/>
          <ac:spMkLst>
            <pc:docMk/>
            <pc:sldMk cId="3831366461" sldId="369"/>
            <ac:spMk id="4" creationId="{5DA73EEB-60E4-5C76-E9C1-DC8D70BD2DAA}"/>
          </ac:spMkLst>
        </pc:spChg>
        <pc:picChg chg="add mod">
          <ac:chgData name="umang barshe" userId="5bf63b0ddd6e8004" providerId="LiveId" clId="{CD53E95B-9AC2-4D18-8181-3C73114183BA}" dt="2026-10-02T11:54:39.330" v="668" actId="1076"/>
          <ac:picMkLst>
            <pc:docMk/>
            <pc:sldMk cId="3831366461" sldId="369"/>
            <ac:picMk id="6" creationId="{65A1F2F6-F3E0-3593-277A-5073A68F18F3}"/>
          </ac:picMkLst>
        </pc:picChg>
      </pc:sldChg>
      <pc:sldChg chg="addSp delSp modSp new mod">
        <pc:chgData name="umang barshe" userId="5bf63b0ddd6e8004" providerId="LiveId" clId="{CD53E95B-9AC2-4D18-8181-3C73114183BA}" dt="2026-10-02T11:55:28.045" v="682" actId="1076"/>
        <pc:sldMkLst>
          <pc:docMk/>
          <pc:sldMk cId="864279645" sldId="370"/>
        </pc:sldMkLst>
        <pc:spChg chg="mod">
          <ac:chgData name="umang barshe" userId="5bf63b0ddd6e8004" providerId="LiveId" clId="{CD53E95B-9AC2-4D18-8181-3C73114183BA}" dt="2026-10-02T11:54:50.639" v="676" actId="20577"/>
          <ac:spMkLst>
            <pc:docMk/>
            <pc:sldMk cId="864279645" sldId="370"/>
            <ac:spMk id="4" creationId="{9D281644-6FDC-D112-45A8-A02141355C16}"/>
          </ac:spMkLst>
        </pc:spChg>
        <pc:picChg chg="add mod">
          <ac:chgData name="umang barshe" userId="5bf63b0ddd6e8004" providerId="LiveId" clId="{CD53E95B-9AC2-4D18-8181-3C73114183BA}" dt="2026-10-02T11:55:28.045" v="682" actId="1076"/>
          <ac:picMkLst>
            <pc:docMk/>
            <pc:sldMk cId="864279645" sldId="370"/>
            <ac:picMk id="6" creationId="{103498ED-D98A-4265-14A9-06A4DFF0D1C8}"/>
          </ac:picMkLst>
        </pc:picChg>
      </pc:sldChg>
      <pc:sldChg chg="addSp delSp modSp new mod">
        <pc:chgData name="umang barshe" userId="5bf63b0ddd6e8004" providerId="LiveId" clId="{CD53E95B-9AC2-4D18-8181-3C73114183BA}" dt="2026-10-02T11:56:20.998" v="695" actId="1076"/>
        <pc:sldMkLst>
          <pc:docMk/>
          <pc:sldMk cId="1684077122" sldId="371"/>
        </pc:sldMkLst>
        <pc:spChg chg="mod">
          <ac:chgData name="umang barshe" userId="5bf63b0ddd6e8004" providerId="LiveId" clId="{CD53E95B-9AC2-4D18-8181-3C73114183BA}" dt="2026-10-02T11:55:43.811" v="690" actId="20577"/>
          <ac:spMkLst>
            <pc:docMk/>
            <pc:sldMk cId="1684077122" sldId="371"/>
            <ac:spMk id="4" creationId="{7CF1D59A-D22E-EDBD-5311-086726B1764E}"/>
          </ac:spMkLst>
        </pc:spChg>
        <pc:picChg chg="add mod">
          <ac:chgData name="umang barshe" userId="5bf63b0ddd6e8004" providerId="LiveId" clId="{CD53E95B-9AC2-4D18-8181-3C73114183BA}" dt="2026-10-02T11:56:20.998" v="695" actId="1076"/>
          <ac:picMkLst>
            <pc:docMk/>
            <pc:sldMk cId="1684077122" sldId="371"/>
            <ac:picMk id="6" creationId="{17FA84D8-63D6-8784-1C38-5287204B50A6}"/>
          </ac:picMkLst>
        </pc:picChg>
      </pc:sldChg>
      <pc:sldChg chg="addSp delSp modSp new mod">
        <pc:chgData name="umang barshe" userId="5bf63b0ddd6e8004" providerId="LiveId" clId="{CD53E95B-9AC2-4D18-8181-3C73114183BA}" dt="2026-10-02T11:57:05.737" v="718" actId="1076"/>
        <pc:sldMkLst>
          <pc:docMk/>
          <pc:sldMk cId="3453643599" sldId="372"/>
        </pc:sldMkLst>
        <pc:spChg chg="mod">
          <ac:chgData name="umang barshe" userId="5bf63b0ddd6e8004" providerId="LiveId" clId="{CD53E95B-9AC2-4D18-8181-3C73114183BA}" dt="2026-10-02T11:56:33.998" v="707" actId="20577"/>
          <ac:spMkLst>
            <pc:docMk/>
            <pc:sldMk cId="3453643599" sldId="372"/>
            <ac:spMk id="4" creationId="{E7E13666-97C5-71FC-72CA-261744AD73E6}"/>
          </ac:spMkLst>
        </pc:spChg>
        <pc:picChg chg="add mod">
          <ac:chgData name="umang barshe" userId="5bf63b0ddd6e8004" providerId="LiveId" clId="{CD53E95B-9AC2-4D18-8181-3C73114183BA}" dt="2026-10-02T11:57:05.737" v="718" actId="1076"/>
          <ac:picMkLst>
            <pc:docMk/>
            <pc:sldMk cId="3453643599" sldId="372"/>
            <ac:picMk id="6" creationId="{1F45AA6D-32AD-B35C-9F6A-CFE30DB55316}"/>
          </ac:picMkLst>
        </pc:picChg>
      </pc:sldChg>
      <pc:sldChg chg="addSp delSp modSp new mod">
        <pc:chgData name="umang barshe" userId="5bf63b0ddd6e8004" providerId="LiveId" clId="{CD53E95B-9AC2-4D18-8181-3C73114183BA}" dt="2026-10-02T11:57:57.384" v="735" actId="14100"/>
        <pc:sldMkLst>
          <pc:docMk/>
          <pc:sldMk cId="3241722707" sldId="373"/>
        </pc:sldMkLst>
        <pc:spChg chg="mod">
          <ac:chgData name="umang barshe" userId="5bf63b0ddd6e8004" providerId="LiveId" clId="{CD53E95B-9AC2-4D18-8181-3C73114183BA}" dt="2026-10-02T11:57:17.702" v="726" actId="20577"/>
          <ac:spMkLst>
            <pc:docMk/>
            <pc:sldMk cId="3241722707" sldId="373"/>
            <ac:spMk id="4" creationId="{C902680E-62E8-657A-E183-159F5E170E8F}"/>
          </ac:spMkLst>
        </pc:spChg>
        <pc:picChg chg="add mod">
          <ac:chgData name="umang barshe" userId="5bf63b0ddd6e8004" providerId="LiveId" clId="{CD53E95B-9AC2-4D18-8181-3C73114183BA}" dt="2026-10-02T11:57:57.384" v="735" actId="14100"/>
          <ac:picMkLst>
            <pc:docMk/>
            <pc:sldMk cId="3241722707" sldId="373"/>
            <ac:picMk id="6" creationId="{706301DA-53A5-F870-DF11-E761446F084A}"/>
          </ac:picMkLst>
        </pc:picChg>
      </pc:sldChg>
      <pc:sldChg chg="addSp delSp modSp new mod">
        <pc:chgData name="umang barshe" userId="5bf63b0ddd6e8004" providerId="LiveId" clId="{CD53E95B-9AC2-4D18-8181-3C73114183BA}" dt="2026-10-02T11:59:49.967" v="778" actId="1076"/>
        <pc:sldMkLst>
          <pc:docMk/>
          <pc:sldMk cId="3091202428" sldId="388"/>
        </pc:sldMkLst>
        <pc:spChg chg="mod">
          <ac:chgData name="umang barshe" userId="5bf63b0ddd6e8004" providerId="LiveId" clId="{CD53E95B-9AC2-4D18-8181-3C73114183BA}" dt="2026-10-02T11:59:04.074" v="767" actId="20577"/>
          <ac:spMkLst>
            <pc:docMk/>
            <pc:sldMk cId="3091202428" sldId="388"/>
            <ac:spMk id="4" creationId="{5537DA76-DA56-6B01-E4AF-31261257A7AE}"/>
          </ac:spMkLst>
        </pc:spChg>
        <pc:picChg chg="add mod">
          <ac:chgData name="umang barshe" userId="5bf63b0ddd6e8004" providerId="LiveId" clId="{CD53E95B-9AC2-4D18-8181-3C73114183BA}" dt="2026-10-02T11:59:49.967" v="778" actId="1076"/>
          <ac:picMkLst>
            <pc:docMk/>
            <pc:sldMk cId="3091202428" sldId="388"/>
            <ac:picMk id="6" creationId="{5FC42159-725B-6518-DB48-498F60B9E541}"/>
          </ac:picMkLst>
        </pc:picChg>
      </pc:sldChg>
      <pc:sldChg chg="addSp delSp modSp new mod">
        <pc:chgData name="umang barshe" userId="5bf63b0ddd6e8004" providerId="LiveId" clId="{CD53E95B-9AC2-4D18-8181-3C73114183BA}" dt="2026-10-02T11:41:21.873" v="442" actId="1076"/>
        <pc:sldMkLst>
          <pc:docMk/>
          <pc:sldMk cId="1022404748" sldId="389"/>
        </pc:sldMkLst>
        <pc:spChg chg="mod">
          <ac:chgData name="umang barshe" userId="5bf63b0ddd6e8004" providerId="LiveId" clId="{CD53E95B-9AC2-4D18-8181-3C73114183BA}" dt="2026-10-02T11:40:29.867" v="424" actId="20577"/>
          <ac:spMkLst>
            <pc:docMk/>
            <pc:sldMk cId="1022404748" sldId="389"/>
            <ac:spMk id="4" creationId="{C1B3BD66-5F9A-9F2F-2815-563B42FE788C}"/>
          </ac:spMkLst>
        </pc:spChg>
        <pc:picChg chg="add mod">
          <ac:chgData name="umang barshe" userId="5bf63b0ddd6e8004" providerId="LiveId" clId="{CD53E95B-9AC2-4D18-8181-3C73114183BA}" dt="2026-10-02T11:41:21.873" v="442" actId="1076"/>
          <ac:picMkLst>
            <pc:docMk/>
            <pc:sldMk cId="1022404748" sldId="389"/>
            <ac:picMk id="6" creationId="{299B5A1C-1F6C-7D75-C90E-E579AAE03425}"/>
          </ac:picMkLst>
        </pc:picChg>
      </pc:sldChg>
      <pc:sldChg chg="addSp delSp modSp new mod">
        <pc:chgData name="umang barshe" userId="5bf63b0ddd6e8004" providerId="LiveId" clId="{CD53E95B-9AC2-4D18-8181-3C73114183BA}" dt="2026-10-07T12:58:27.685" v="1071" actId="255"/>
        <pc:sldMkLst>
          <pc:docMk/>
          <pc:sldMk cId="3687286304" sldId="390"/>
        </pc:sldMkLst>
        <pc:spChg chg="add del mod">
          <ac:chgData name="umang barshe" userId="5bf63b0ddd6e8004" providerId="LiveId" clId="{CD53E95B-9AC2-4D18-8181-3C73114183BA}" dt="2026-10-07T12:45:41.358" v="1019"/>
          <ac:spMkLst>
            <pc:docMk/>
            <pc:sldMk cId="3687286304" sldId="390"/>
            <ac:spMk id="2" creationId="{52C2CDD8-59DA-7F6D-BBAC-4C6B5941A617}"/>
          </ac:spMkLst>
        </pc:spChg>
        <pc:spChg chg="add del mod">
          <ac:chgData name="umang barshe" userId="5bf63b0ddd6e8004" providerId="LiveId" clId="{CD53E95B-9AC2-4D18-8181-3C73114183BA}" dt="2026-10-07T12:45:41.421" v="1022"/>
          <ac:spMkLst>
            <pc:docMk/>
            <pc:sldMk cId="3687286304" sldId="390"/>
            <ac:spMk id="3" creationId="{927A5421-63D7-0113-F90C-D56A90901B8F}"/>
          </ac:spMkLst>
        </pc:spChg>
        <pc:spChg chg="mod">
          <ac:chgData name="umang barshe" userId="5bf63b0ddd6e8004" providerId="LiveId" clId="{CD53E95B-9AC2-4D18-8181-3C73114183BA}" dt="2026-10-07T12:45:38.639" v="1016" actId="1076"/>
          <ac:spMkLst>
            <pc:docMk/>
            <pc:sldMk cId="3687286304" sldId="390"/>
            <ac:spMk id="4" creationId="{E577096D-8D0B-4C97-1506-D8BEB56E0528}"/>
          </ac:spMkLst>
        </pc:spChg>
        <pc:spChg chg="add del mod">
          <ac:chgData name="umang barshe" userId="5bf63b0ddd6e8004" providerId="LiveId" clId="{CD53E95B-9AC2-4D18-8181-3C73114183BA}" dt="2026-10-07T12:45:42.983" v="1025"/>
          <ac:spMkLst>
            <pc:docMk/>
            <pc:sldMk cId="3687286304" sldId="390"/>
            <ac:spMk id="5" creationId="{37E1AAFB-F62B-7C3C-DAED-932BE77D5766}"/>
          </ac:spMkLst>
        </pc:spChg>
        <pc:spChg chg="add del mod">
          <ac:chgData name="umang barshe" userId="5bf63b0ddd6e8004" providerId="LiveId" clId="{CD53E95B-9AC2-4D18-8181-3C73114183BA}" dt="2026-10-07T12:45:43.623" v="1028"/>
          <ac:spMkLst>
            <pc:docMk/>
            <pc:sldMk cId="3687286304" sldId="390"/>
            <ac:spMk id="6" creationId="{33059DA3-BEF2-6BE7-B869-BB0C43A38EAF}"/>
          </ac:spMkLst>
        </pc:spChg>
        <pc:spChg chg="add del mod">
          <ac:chgData name="umang barshe" userId="5bf63b0ddd6e8004" providerId="LiveId" clId="{CD53E95B-9AC2-4D18-8181-3C73114183BA}" dt="2026-10-07T12:45:45.140" v="1031"/>
          <ac:spMkLst>
            <pc:docMk/>
            <pc:sldMk cId="3687286304" sldId="390"/>
            <ac:spMk id="7" creationId="{2907384E-3F07-ABC0-B809-2CD649DC8CB4}"/>
          </ac:spMkLst>
        </pc:spChg>
        <pc:spChg chg="add del mod">
          <ac:chgData name="umang barshe" userId="5bf63b0ddd6e8004" providerId="LiveId" clId="{CD53E95B-9AC2-4D18-8181-3C73114183BA}" dt="2026-10-07T12:49:42.614" v="1051" actId="21"/>
          <ac:spMkLst>
            <pc:docMk/>
            <pc:sldMk cId="3687286304" sldId="390"/>
            <ac:spMk id="8" creationId="{E4605853-255C-7A29-1A6D-2006C4F89E7A}"/>
          </ac:spMkLst>
        </pc:spChg>
        <pc:spChg chg="add del mod">
          <ac:chgData name="umang barshe" userId="5bf63b0ddd6e8004" providerId="LiveId" clId="{CD53E95B-9AC2-4D18-8181-3C73114183BA}" dt="2026-10-07T12:49:47.686" v="1053" actId="21"/>
          <ac:spMkLst>
            <pc:docMk/>
            <pc:sldMk cId="3687286304" sldId="390"/>
            <ac:spMk id="9" creationId="{F672E06E-6BAE-FD69-42C3-D2FEE9A7D14B}"/>
          </ac:spMkLst>
        </pc:spChg>
        <pc:spChg chg="add mod">
          <ac:chgData name="umang barshe" userId="5bf63b0ddd6e8004" providerId="LiveId" clId="{CD53E95B-9AC2-4D18-8181-3C73114183BA}" dt="2026-10-07T12:58:27.685" v="1071" actId="255"/>
          <ac:spMkLst>
            <pc:docMk/>
            <pc:sldMk cId="3687286304" sldId="390"/>
            <ac:spMk id="11" creationId="{06DC73DF-415F-366B-EF62-AFF57AF26D81}"/>
          </ac:spMkLst>
        </pc:spChg>
        <pc:spChg chg="add mod">
          <ac:chgData name="umang barshe" userId="5bf63b0ddd6e8004" providerId="LiveId" clId="{CD53E95B-9AC2-4D18-8181-3C73114183BA}" dt="2026-10-07T12:53:15.498" v="1069" actId="14100"/>
          <ac:spMkLst>
            <pc:docMk/>
            <pc:sldMk cId="3687286304" sldId="390"/>
            <ac:spMk id="12" creationId="{7676A4DD-033E-9DC5-149A-E38E087F5AE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096000" y="4672219"/>
            <a:ext cx="3945308" cy="711877"/>
          </a:xfrm>
        </p:spPr>
        <p:txBody>
          <a:bodyPr>
            <a:normAutofit/>
          </a:bodyPr>
          <a:lstStyle/>
          <a:p>
            <a:pPr algn="r"/>
            <a:r>
              <a:rPr lang="en-US" sz="3400" dirty="0">
                <a:solidFill>
                  <a:schemeClr val="tx1">
                    <a:lumMod val="95000"/>
                    <a:lumOff val="5000"/>
                  </a:schemeClr>
                </a:solidFill>
                <a:latin typeface="Arial Rounded MT Bold" panose="020F0704030504030204" pitchFamily="34" charset="0"/>
              </a:rPr>
              <a:t>[</a:t>
            </a:r>
            <a:r>
              <a:rPr lang="en-US" sz="2800" dirty="0">
                <a:solidFill>
                  <a:schemeClr val="tx1">
                    <a:lumMod val="95000"/>
                    <a:lumOff val="5000"/>
                  </a:schemeClr>
                </a:solidFill>
                <a:latin typeface="Arial Rounded MT Bold" panose="020F0704030504030204" pitchFamily="34" charset="0"/>
              </a:rPr>
              <a:t>UMANG BARSHE</a:t>
            </a:r>
            <a:r>
              <a:rPr lang="en-US" sz="3400" dirty="0">
                <a:solidFill>
                  <a:schemeClr val="tx1">
                    <a:lumMod val="95000"/>
                    <a:lumOff val="5000"/>
                  </a:schemeClr>
                </a:solidFill>
                <a:latin typeface="Arial Rounded MT Bold" panose="020F0704030504030204" pitchFamily="34" charset="0"/>
              </a:rPr>
              <a:t>]</a:t>
            </a:r>
            <a:endParaRPr lang="en-IN" sz="3400" dirty="0">
              <a:solidFill>
                <a:schemeClr val="tx1">
                  <a:lumMod val="95000"/>
                  <a:lumOff val="5000"/>
                </a:schemeClr>
              </a:solidFill>
              <a:latin typeface="Arial Rounded MT Bold" panose="020F070403050403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389685" y="1656261"/>
            <a:ext cx="5872151" cy="1111428"/>
          </a:xfrm>
        </p:spPr>
        <p:txBody>
          <a:bodyPr>
            <a:normAutofit/>
          </a:bodyPr>
          <a:lstStyle/>
          <a:p>
            <a:r>
              <a:rPr lang="en-GB" sz="3200" b="1" dirty="0">
                <a:solidFill>
                  <a:schemeClr val="tx1">
                    <a:lumMod val="95000"/>
                    <a:lumOff val="5000"/>
                  </a:schemeClr>
                </a:solidFill>
                <a:latin typeface="Arial Rounded MT Bold" panose="020F0704030504030204" pitchFamily="34" charset="0"/>
              </a:rPr>
              <a:t>Project Title -</a:t>
            </a:r>
            <a:endParaRPr lang="en-IN" sz="3200" b="1" dirty="0">
              <a:solidFill>
                <a:schemeClr val="tx1">
                  <a:lumMod val="95000"/>
                  <a:lumOff val="5000"/>
                </a:schemeClr>
              </a:solidFill>
              <a:latin typeface="Arial Rounded MT Bold" panose="020F0704030504030204" pitchFamily="34"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26438"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TextBox 7">
            <a:extLst>
              <a:ext uri="{FF2B5EF4-FFF2-40B4-BE49-F238E27FC236}">
                <a16:creationId xmlns:a16="http://schemas.microsoft.com/office/drawing/2014/main" id="{F2271531-8846-9381-917B-AE0CC70C1AAD}"/>
              </a:ext>
            </a:extLst>
          </p:cNvPr>
          <p:cNvSpPr txBox="1"/>
          <p:nvPr/>
        </p:nvSpPr>
        <p:spPr>
          <a:xfrm>
            <a:off x="8082518" y="1607207"/>
            <a:ext cx="4023945" cy="1200329"/>
          </a:xfrm>
          <a:prstGeom prst="rect">
            <a:avLst/>
          </a:prstGeom>
          <a:noFill/>
        </p:spPr>
        <p:txBody>
          <a:bodyPr wrap="square" rtlCol="0">
            <a:spAutoFit/>
          </a:bodyPr>
          <a:lstStyle/>
          <a:p>
            <a:r>
              <a:rPr lang="en-GB" sz="2400" b="1" dirty="0">
                <a:solidFill>
                  <a:schemeClr val="tx1">
                    <a:lumMod val="95000"/>
                    <a:lumOff val="5000"/>
                  </a:schemeClr>
                </a:solidFill>
                <a:latin typeface="Arial Rounded MT Bold" panose="020F0704030504030204" pitchFamily="34" charset="0"/>
              </a:rPr>
              <a:t>Healthcare Analytics for Doctor Visits TIRTC Project</a:t>
            </a:r>
            <a:r>
              <a:rPr lang="en-GB" dirty="0"/>
              <a:t>	</a:t>
            </a:r>
          </a:p>
        </p:txBody>
      </p:sp>
      <p:sp>
        <p:nvSpPr>
          <p:cNvPr id="9" name="TextBox 8">
            <a:extLst>
              <a:ext uri="{FF2B5EF4-FFF2-40B4-BE49-F238E27FC236}">
                <a16:creationId xmlns:a16="http://schemas.microsoft.com/office/drawing/2014/main" id="{99036E44-FD98-D28D-4A58-5F149BD65706}"/>
              </a:ext>
            </a:extLst>
          </p:cNvPr>
          <p:cNvSpPr txBox="1"/>
          <p:nvPr/>
        </p:nvSpPr>
        <p:spPr>
          <a:xfrm>
            <a:off x="4343401" y="3064023"/>
            <a:ext cx="8569294" cy="461665"/>
          </a:xfrm>
          <a:prstGeom prst="rect">
            <a:avLst/>
          </a:prstGeom>
          <a:noFill/>
        </p:spPr>
        <p:txBody>
          <a:bodyPr wrap="square" rtlCol="0">
            <a:spAutoFit/>
          </a:bodyPr>
          <a:lstStyle/>
          <a:p>
            <a:r>
              <a:rPr lang="en-GB" sz="2400" b="1" dirty="0">
                <a:solidFill>
                  <a:schemeClr val="tx1">
                    <a:lumMod val="95000"/>
                    <a:lumOff val="5000"/>
                  </a:schemeClr>
                </a:solidFill>
                <a:latin typeface="Arial Rounded MT Bold" panose="020F0704030504030204" pitchFamily="34" charset="0"/>
              </a:rPr>
              <a:t>Student AICTE ID- </a:t>
            </a:r>
            <a:r>
              <a:rPr lang="en-GB" sz="2000" b="1" dirty="0">
                <a:solidFill>
                  <a:schemeClr val="tx1">
                    <a:lumMod val="95000"/>
                    <a:lumOff val="5000"/>
                  </a:schemeClr>
                </a:solidFill>
                <a:latin typeface="Arial Rounded MT Bold" panose="020F0704030504030204" pitchFamily="34" charset="0"/>
              </a:rPr>
              <a:t>STU6a2c2581ab2571781278081</a:t>
            </a:r>
          </a:p>
        </p:txBody>
      </p:sp>
      <p:sp>
        <p:nvSpPr>
          <p:cNvPr id="10" name="TextBox 9">
            <a:extLst>
              <a:ext uri="{FF2B5EF4-FFF2-40B4-BE49-F238E27FC236}">
                <a16:creationId xmlns:a16="http://schemas.microsoft.com/office/drawing/2014/main" id="{E00300CD-9FC3-8C74-3C49-2AF88CE34D09}"/>
              </a:ext>
            </a:extLst>
          </p:cNvPr>
          <p:cNvSpPr txBox="1"/>
          <p:nvPr/>
        </p:nvSpPr>
        <p:spPr>
          <a:xfrm>
            <a:off x="4079632" y="3905428"/>
            <a:ext cx="10414036" cy="461665"/>
          </a:xfrm>
          <a:prstGeom prst="rect">
            <a:avLst/>
          </a:prstGeom>
          <a:noFill/>
        </p:spPr>
        <p:txBody>
          <a:bodyPr wrap="square" rtlCol="0">
            <a:spAutoFit/>
          </a:bodyPr>
          <a:lstStyle/>
          <a:p>
            <a:r>
              <a:rPr lang="en-GB" sz="2400" b="1" dirty="0">
                <a:solidFill>
                  <a:schemeClr val="tx1">
                    <a:lumMod val="95000"/>
                    <a:lumOff val="5000"/>
                  </a:schemeClr>
                </a:solidFill>
                <a:latin typeface="Arial Rounded MT Bold" panose="020F0704030504030204" pitchFamily="34" charset="0"/>
              </a:rPr>
              <a:t>College-</a:t>
            </a:r>
            <a:r>
              <a:rPr lang="en-GB" b="1" dirty="0">
                <a:solidFill>
                  <a:schemeClr val="tx1">
                    <a:lumMod val="95000"/>
                    <a:lumOff val="5000"/>
                  </a:schemeClr>
                </a:solidFill>
                <a:latin typeface="Arial Rounded MT Bold" panose="020F0704030504030204" pitchFamily="34" charset="0"/>
              </a:rPr>
              <a:t> </a:t>
            </a:r>
            <a:r>
              <a:rPr lang="en-GB" sz="2000" b="1" dirty="0" err="1">
                <a:solidFill>
                  <a:schemeClr val="tx1">
                    <a:lumMod val="95000"/>
                    <a:lumOff val="5000"/>
                  </a:schemeClr>
                </a:solidFill>
                <a:latin typeface="Arial Rounded MT Bold" panose="020F0704030504030204" pitchFamily="34" charset="0"/>
              </a:rPr>
              <a:t>Takshshila</a:t>
            </a:r>
            <a:r>
              <a:rPr lang="en-GB" sz="2000" b="1" dirty="0">
                <a:solidFill>
                  <a:schemeClr val="tx1">
                    <a:lumMod val="95000"/>
                    <a:lumOff val="5000"/>
                  </a:schemeClr>
                </a:solidFill>
                <a:latin typeface="Arial Rounded MT Bold" panose="020F0704030504030204" pitchFamily="34" charset="0"/>
              </a:rPr>
              <a:t> Institute Of Engineering And Technology</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974079"/>
            <a:ext cx="6723158" cy="3509464"/>
          </a:xfrm>
        </p:spPr>
        <p:txBody>
          <a:bodyPr>
            <a:noAutofit/>
          </a:bodyPr>
          <a:lstStyle/>
          <a:p>
            <a:pPr>
              <a:lnSpc>
                <a:spcPct val="100000"/>
              </a:lnSpc>
            </a:pPr>
            <a:r>
              <a:rPr lang="en-GB" sz="2200" b="1" dirty="0">
                <a:solidFill>
                  <a:schemeClr val="tx1">
                    <a:lumMod val="95000"/>
                    <a:lumOff val="5000"/>
                  </a:schemeClr>
                </a:solidFill>
                <a:latin typeface="Arial Rounded MT Bold" panose="020F0704030504030204" pitchFamily="34" charset="0"/>
              </a:rPr>
              <a:t>Healthcare providers and planners need to understand the underlying patterns of doctor visits across various demographic, socioeconomic, health-status, and healthcare-access variables. To address this, the project </a:t>
            </a:r>
            <a:r>
              <a:rPr lang="en-GB" sz="2200" b="1" dirty="0" err="1">
                <a:solidFill>
                  <a:schemeClr val="tx1">
                    <a:lumMod val="95000"/>
                    <a:lumOff val="5000"/>
                  </a:schemeClr>
                </a:solidFill>
                <a:latin typeface="Arial Rounded MT Bold" panose="020F0704030504030204" pitchFamily="34" charset="0"/>
              </a:rPr>
              <a:t>analyzes</a:t>
            </a:r>
            <a:r>
              <a:rPr lang="en-GB" sz="2200" b="1" dirty="0">
                <a:solidFill>
                  <a:schemeClr val="tx1">
                    <a:lumMod val="95000"/>
                    <a:lumOff val="5000"/>
                  </a:schemeClr>
                </a:solidFill>
                <a:latin typeface="Arial Rounded MT Bold" panose="020F0704030504030204" pitchFamily="34" charset="0"/>
              </a:rPr>
              <a:t> historical patient records to identify descriptive trends in healthcare utilization and highlight the key factors influencing doctor visits, which can ultimately guide resource planning and warrant further clinical or administrative investigation. </a:t>
            </a:r>
            <a:endParaRPr lang="en-IN" sz="2200" b="1" dirty="0">
              <a:solidFill>
                <a:schemeClr val="tx1">
                  <a:lumMod val="95000"/>
                  <a:lumOff val="5000"/>
                </a:schemeClr>
              </a:solidFill>
              <a:latin typeface="Arial Rounded MT Bold" panose="020F070403050403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33286" y="193040"/>
            <a:ext cx="6971532" cy="935005"/>
          </a:xfrm>
        </p:spPr>
        <p:txBody>
          <a:bodyPr>
            <a:normAutofit fontScale="90000"/>
          </a:bodyPr>
          <a:lstStyle/>
          <a:p>
            <a:r>
              <a:rPr lang="en-GB" dirty="0"/>
              <a:t>Project Description</a:t>
            </a:r>
            <a:br>
              <a:rPr lang="en-GB" dirty="0"/>
            </a:br>
            <a:br>
              <a:rPr lang="en-GB" dirty="0"/>
            </a:br>
            <a:r>
              <a:rPr lang="en-GB" sz="2000" dirty="0">
                <a:solidFill>
                  <a:schemeClr val="tx1">
                    <a:lumMod val="95000"/>
                    <a:lumOff val="5000"/>
                  </a:schemeClr>
                </a:solidFill>
                <a:latin typeface="Arial Rounded MT Bold" panose="020F0704030504030204" pitchFamily="34" charset="0"/>
              </a:rPr>
              <a:t>This project, "Healthcare Analytics for Doctor Visits," provides an end-to-end descriptive analysis of patient healthcare utilization using historical visit records. It cleans and examines a healthcare dataset across multiple dimensions, including patient demographics (age, gender), socioeconomic status (income), health conditions (illness levels, chronic conditions), and healthcare access (insurance types, free care programs). Through exploratory data analysis, statistical summaries, data visualizations, and correlation tracking, the notebook identifies specific patient segments with high utilization and highlights factors associated with frequent doctor visits. The core objective is to deliver data-driven insights that assist healthcare providers and planners in resource management and service planning, establishing clear descriptive patterns without implying medical causation.  </a:t>
            </a:r>
            <a:br>
              <a:rPr lang="en-GB" sz="2000" dirty="0">
                <a:solidFill>
                  <a:schemeClr val="tx1">
                    <a:lumMod val="95000"/>
                    <a:lumOff val="5000"/>
                  </a:schemeClr>
                </a:solidFill>
                <a:latin typeface="Arial Rounded MT Bold" panose="020F0704030504030204" pitchFamily="34" charset="0"/>
              </a:rPr>
            </a:br>
            <a:endParaRPr lang="en-IN" sz="2000" dirty="0">
              <a:solidFill>
                <a:schemeClr val="tx1">
                  <a:lumMod val="95000"/>
                  <a:lumOff val="5000"/>
                </a:schemeClr>
              </a:solidFill>
              <a:latin typeface="Arial Rounded MT Bold" panose="020F070403050403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25000" lnSpcReduction="20000"/>
          </a:bodyPr>
          <a:lstStyle/>
          <a:p>
            <a:r>
              <a:rPr lang="en-GB" sz="6800" b="1" dirty="0">
                <a:solidFill>
                  <a:schemeClr val="tx1">
                    <a:lumMod val="95000"/>
                    <a:lumOff val="5000"/>
                  </a:schemeClr>
                </a:solidFill>
                <a:latin typeface="Arial Rounded MT Bold" panose="020F0704030504030204" pitchFamily="34" charset="0"/>
              </a:rPr>
              <a:t>the primary end users are professionals involved in the operational, analytical, and administrative sides of healthcare:</a:t>
            </a:r>
          </a:p>
          <a:p>
            <a:pPr lvl="0"/>
            <a:r>
              <a:rPr lang="en-GB" sz="6800" b="1" dirty="0">
                <a:solidFill>
                  <a:schemeClr val="tx1">
                    <a:lumMod val="95000"/>
                    <a:lumOff val="5000"/>
                  </a:schemeClr>
                </a:solidFill>
                <a:latin typeface="Arial Rounded MT Bold" panose="020F0704030504030204" pitchFamily="34" charset="0"/>
              </a:rPr>
              <a:t>Healthcare Providers: Medical professionals and clinic operators who need to understand underlying patterns in doctor visits across different demographic (age, gender), socioeconomic, and health-status variables. </a:t>
            </a:r>
          </a:p>
          <a:p>
            <a:pPr lvl="0"/>
            <a:r>
              <a:rPr lang="en-GB" sz="6800" b="1" dirty="0">
                <a:solidFill>
                  <a:schemeClr val="tx1">
                    <a:lumMod val="95000"/>
                    <a:lumOff val="5000"/>
                  </a:schemeClr>
                </a:solidFill>
                <a:latin typeface="Arial Rounded MT Bold" panose="020F0704030504030204" pitchFamily="34" charset="0"/>
              </a:rPr>
              <a:t>Healthcare Planners and Administrators: Operational leaders who use these insights for service-planning purposes and resource allocation. The analysis helps them monitor patient groups with high utilization rates and plan healthcare resources specifically for segments with chronic conditions or high illness levels. </a:t>
            </a:r>
          </a:p>
          <a:p>
            <a:pPr lvl="0"/>
            <a:r>
              <a:rPr lang="en-GB" sz="6800" b="1" dirty="0">
                <a:solidFill>
                  <a:schemeClr val="tx1">
                    <a:lumMod val="95000"/>
                    <a:lumOff val="5000"/>
                  </a:schemeClr>
                </a:solidFill>
                <a:latin typeface="Arial Rounded MT Bold" panose="020F0704030504030204" pitchFamily="34" charset="0"/>
              </a:rPr>
              <a:t>Healthcare Data Analysts and Researchers: Since the project is explicitly designed for "healthcare analytics and project-reporting purposes," analysts serve as key users. They use this exploratory baseline to investigate unusual visit counts, improve data documentation, and build future statistical models (such as Poisson or negative-binomial regression) to predict count outcomes.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77096D-8D0B-4C97-1506-D8BEB56E0528}"/>
              </a:ext>
            </a:extLst>
          </p:cNvPr>
          <p:cNvSpPr>
            <a:spLocks noGrp="1"/>
          </p:cNvSpPr>
          <p:nvPr>
            <p:ph type="title"/>
          </p:nvPr>
        </p:nvSpPr>
        <p:spPr>
          <a:xfrm>
            <a:off x="145279" y="76913"/>
            <a:ext cx="4850080" cy="1559298"/>
          </a:xfrm>
        </p:spPr>
        <p:txBody>
          <a:bodyPr/>
          <a:lstStyle/>
          <a:p>
            <a:r>
              <a:rPr lang="en-GB" dirty="0" err="1"/>
              <a:t>Github</a:t>
            </a:r>
            <a:r>
              <a:rPr lang="en-GB" dirty="0"/>
              <a:t> Link</a:t>
            </a:r>
          </a:p>
        </p:txBody>
      </p:sp>
      <p:sp>
        <p:nvSpPr>
          <p:cNvPr id="11" name="TextBox 10">
            <a:extLst>
              <a:ext uri="{FF2B5EF4-FFF2-40B4-BE49-F238E27FC236}">
                <a16:creationId xmlns:a16="http://schemas.microsoft.com/office/drawing/2014/main" id="{06DC73DF-415F-366B-EF62-AFF57AF26D81}"/>
              </a:ext>
            </a:extLst>
          </p:cNvPr>
          <p:cNvSpPr txBox="1"/>
          <p:nvPr/>
        </p:nvSpPr>
        <p:spPr>
          <a:xfrm>
            <a:off x="145279" y="2417886"/>
            <a:ext cx="11908975" cy="369332"/>
          </a:xfrm>
          <a:prstGeom prst="rect">
            <a:avLst/>
          </a:prstGeom>
          <a:noFill/>
        </p:spPr>
        <p:txBody>
          <a:bodyPr wrap="square">
            <a:spAutoFit/>
          </a:bodyPr>
          <a:lstStyle/>
          <a:p>
            <a:r>
              <a:rPr lang="en-GB" b="1" dirty="0">
                <a:solidFill>
                  <a:schemeClr val="tx1">
                    <a:lumMod val="95000"/>
                    <a:lumOff val="5000"/>
                  </a:schemeClr>
                </a:solidFill>
                <a:latin typeface="Arial Rounded MT Bold" panose="020F0704030504030204" pitchFamily="34" charset="0"/>
              </a:rPr>
              <a:t>https://github.com/barshemoney-bot/Healthcare-Analytics-for-Doctor-Visits-TIRTC-by-Umang-Barshe.git</a:t>
            </a:r>
          </a:p>
        </p:txBody>
      </p:sp>
      <p:sp>
        <p:nvSpPr>
          <p:cNvPr id="12" name="TextBox 11">
            <a:extLst>
              <a:ext uri="{FF2B5EF4-FFF2-40B4-BE49-F238E27FC236}">
                <a16:creationId xmlns:a16="http://schemas.microsoft.com/office/drawing/2014/main" id="{7676A4DD-033E-9DC5-149A-E38E087F5AE0}"/>
              </a:ext>
            </a:extLst>
          </p:cNvPr>
          <p:cNvSpPr txBox="1"/>
          <p:nvPr/>
        </p:nvSpPr>
        <p:spPr>
          <a:xfrm>
            <a:off x="145279" y="3894992"/>
            <a:ext cx="11721083" cy="369332"/>
          </a:xfrm>
          <a:prstGeom prst="rect">
            <a:avLst/>
          </a:prstGeom>
          <a:noFill/>
        </p:spPr>
        <p:txBody>
          <a:bodyPr wrap="square" rtlCol="0">
            <a:spAutoFit/>
          </a:bodyPr>
          <a:lstStyle/>
          <a:p>
            <a:r>
              <a:rPr lang="en-GB" b="1" dirty="0">
                <a:solidFill>
                  <a:schemeClr val="tx1">
                    <a:lumMod val="95000"/>
                    <a:lumOff val="5000"/>
                  </a:schemeClr>
                </a:solidFill>
                <a:latin typeface="Arial Rounded MT Bold" panose="020F0704030504030204" pitchFamily="34" charset="0"/>
              </a:rPr>
              <a:t>https://github.com/barshemoney-bot/Healthcare-Analytics-for-Doctor-Visits-TIRTC-by-Umang-Barshe.git</a:t>
            </a:r>
          </a:p>
        </p:txBody>
      </p:sp>
    </p:spTree>
    <p:extLst>
      <p:ext uri="{BB962C8B-B14F-4D97-AF65-F5344CB8AC3E}">
        <p14:creationId xmlns:p14="http://schemas.microsoft.com/office/powerpoint/2010/main" val="3687286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783724" y="1278384"/>
            <a:ext cx="9027702" cy="5243448"/>
          </a:xfrm>
        </p:spPr>
        <p:txBody>
          <a:bodyPr>
            <a:normAutofit fontScale="25000" lnSpcReduction="20000"/>
          </a:bodyPr>
          <a:lstStyle/>
          <a:p>
            <a:pPr lvl="1">
              <a:lnSpc>
                <a:spcPct val="150000"/>
              </a:lnSpc>
            </a:pPr>
            <a:r>
              <a:rPr lang="en-GB" sz="5600" b="1" dirty="0">
                <a:solidFill>
                  <a:schemeClr val="tx1">
                    <a:lumMod val="95000"/>
                    <a:lumOff val="5000"/>
                  </a:schemeClr>
                </a:solidFill>
                <a:latin typeface="Arial Rounded MT Bold" panose="020F0704030504030204" pitchFamily="34" charset="0"/>
              </a:rPr>
              <a:t>Here are the specific technologies used: </a:t>
            </a:r>
          </a:p>
          <a:p>
            <a:pPr lvl="1">
              <a:lnSpc>
                <a:spcPct val="150000"/>
              </a:lnSpc>
            </a:pPr>
            <a:r>
              <a:rPr lang="en-GB" sz="5600" b="1" dirty="0">
                <a:solidFill>
                  <a:schemeClr val="tx1">
                    <a:lumMod val="95000"/>
                    <a:lumOff val="5000"/>
                  </a:schemeClr>
                </a:solidFill>
                <a:latin typeface="Arial Rounded MT Bold" panose="020F0704030504030204" pitchFamily="34" charset="0"/>
              </a:rPr>
              <a:t>Programming Language: Python 3. </a:t>
            </a:r>
          </a:p>
          <a:p>
            <a:pPr lvl="1">
              <a:lnSpc>
                <a:spcPct val="150000"/>
              </a:lnSpc>
            </a:pPr>
            <a:r>
              <a:rPr lang="en-GB" sz="5600" b="1" dirty="0">
                <a:solidFill>
                  <a:schemeClr val="tx1">
                    <a:lumMod val="95000"/>
                    <a:lumOff val="5000"/>
                  </a:schemeClr>
                </a:solidFill>
                <a:latin typeface="Arial Rounded MT Bold" panose="020F0704030504030204" pitchFamily="34" charset="0"/>
              </a:rPr>
              <a:t>Data Manipulation &amp; Analysis:</a:t>
            </a:r>
          </a:p>
          <a:p>
            <a:pPr lvl="1">
              <a:lnSpc>
                <a:spcPct val="150000"/>
              </a:lnSpc>
            </a:pPr>
            <a:r>
              <a:rPr lang="en-GB" sz="5600" b="1" dirty="0">
                <a:solidFill>
                  <a:schemeClr val="tx1">
                    <a:lumMod val="95000"/>
                    <a:lumOff val="5000"/>
                  </a:schemeClr>
                </a:solidFill>
                <a:latin typeface="Arial Rounded MT Bold" panose="020F0704030504030204" pitchFamily="34" charset="0"/>
              </a:rPr>
              <a:t>Pandas: Used for loading the dataset, data cleaning, aggregation, and organizing the data structure. </a:t>
            </a:r>
          </a:p>
          <a:p>
            <a:pPr lvl="1">
              <a:lnSpc>
                <a:spcPct val="150000"/>
              </a:lnSpc>
            </a:pPr>
            <a:r>
              <a:rPr lang="en-GB" sz="5600" b="1" dirty="0">
                <a:solidFill>
                  <a:schemeClr val="tx1">
                    <a:lumMod val="95000"/>
                    <a:lumOff val="5000"/>
                  </a:schemeClr>
                </a:solidFill>
                <a:latin typeface="Arial Rounded MT Bold" panose="020F0704030504030204" pitchFamily="34" charset="0"/>
              </a:rPr>
              <a:t>NumPy: Used for numerical operations, array handling, and mathematical calculations. </a:t>
            </a:r>
          </a:p>
          <a:p>
            <a:pPr lvl="1">
              <a:lnSpc>
                <a:spcPct val="150000"/>
              </a:lnSpc>
            </a:pPr>
            <a:r>
              <a:rPr lang="en-GB" sz="5600" b="1" dirty="0">
                <a:solidFill>
                  <a:schemeClr val="tx1">
                    <a:lumMod val="95000"/>
                    <a:lumOff val="5000"/>
                  </a:schemeClr>
                </a:solidFill>
                <a:latin typeface="Arial Rounded MT Bold" panose="020F0704030504030204" pitchFamily="34" charset="0"/>
              </a:rPr>
              <a:t>Data Visualization:</a:t>
            </a:r>
          </a:p>
          <a:p>
            <a:pPr lvl="1">
              <a:lnSpc>
                <a:spcPct val="150000"/>
              </a:lnSpc>
            </a:pPr>
            <a:r>
              <a:rPr lang="en-GB" sz="5600" b="1" dirty="0">
                <a:solidFill>
                  <a:schemeClr val="tx1">
                    <a:lumMod val="95000"/>
                    <a:lumOff val="5000"/>
                  </a:schemeClr>
                </a:solidFill>
                <a:latin typeface="Arial Rounded MT Bold" panose="020F0704030504030204" pitchFamily="34" charset="0"/>
              </a:rPr>
              <a:t>Matplotlib: Used for foundational plotting and creating figures. </a:t>
            </a:r>
          </a:p>
          <a:p>
            <a:pPr lvl="1">
              <a:lnSpc>
                <a:spcPct val="150000"/>
              </a:lnSpc>
            </a:pPr>
            <a:r>
              <a:rPr lang="en-GB" sz="5600" b="1" dirty="0">
                <a:solidFill>
                  <a:schemeClr val="tx1">
                    <a:lumMod val="95000"/>
                    <a:lumOff val="5000"/>
                  </a:schemeClr>
                </a:solidFill>
                <a:latin typeface="Arial Rounded MT Bold" panose="020F0704030504030204" pitchFamily="34" charset="0"/>
              </a:rPr>
              <a:t>Seaborn: Used for advanced statistical visualizations, including histograms, bar charts, scatter plots, and correlation heatmaps. </a:t>
            </a:r>
          </a:p>
          <a:p>
            <a:pPr lvl="1">
              <a:lnSpc>
                <a:spcPct val="150000"/>
              </a:lnSpc>
            </a:pPr>
            <a:r>
              <a:rPr lang="en-GB" sz="5600" b="1" dirty="0">
                <a:solidFill>
                  <a:schemeClr val="tx1">
                    <a:lumMod val="95000"/>
                    <a:lumOff val="5000"/>
                  </a:schemeClr>
                </a:solidFill>
                <a:latin typeface="Arial Rounded MT Bold" panose="020F0704030504030204" pitchFamily="34" charset="0"/>
              </a:rPr>
              <a:t>Development Environment: Jupyter Notebook and Google </a:t>
            </a:r>
            <a:r>
              <a:rPr lang="en-GB" sz="5600" b="1" dirty="0" err="1">
                <a:solidFill>
                  <a:schemeClr val="tx1">
                    <a:lumMod val="95000"/>
                    <a:lumOff val="5000"/>
                  </a:schemeClr>
                </a:solidFill>
                <a:latin typeface="Arial Rounded MT Bold" panose="020F0704030504030204" pitchFamily="34" charset="0"/>
              </a:rPr>
              <a:t>Colab</a:t>
            </a:r>
            <a:r>
              <a:rPr lang="en-GB" sz="5600" b="1" dirty="0">
                <a:solidFill>
                  <a:schemeClr val="tx1">
                    <a:lumMod val="95000"/>
                    <a:lumOff val="5000"/>
                  </a:schemeClr>
                </a:solidFill>
                <a:latin typeface="Arial Rounded MT Bold" panose="020F0704030504030204" pitchFamily="34" charset="0"/>
              </a:rPr>
              <a:t>, which provide the interactive environment for writing code, displaying outputs (</a:t>
            </a:r>
            <a:r>
              <a:rPr lang="en-GB" sz="5600" b="1" dirty="0" err="1">
                <a:solidFill>
                  <a:schemeClr val="tx1">
                    <a:lumMod val="95000"/>
                    <a:lumOff val="5000"/>
                  </a:schemeClr>
                </a:solidFill>
                <a:latin typeface="Arial Rounded MT Bold" panose="020F0704030504030204" pitchFamily="34" charset="0"/>
              </a:rPr>
              <a:t>IPython.display</a:t>
            </a:r>
            <a:r>
              <a:rPr lang="en-GB" sz="5600" b="1" dirty="0">
                <a:solidFill>
                  <a:schemeClr val="tx1">
                    <a:lumMod val="95000"/>
                    <a:lumOff val="5000"/>
                  </a:schemeClr>
                </a:solidFill>
                <a:latin typeface="Arial Rounded MT Bold" panose="020F0704030504030204" pitchFamily="34" charset="0"/>
              </a:rPr>
              <a:t>), and documenting the project. </a:t>
            </a:r>
          </a:p>
          <a:p>
            <a:pPr lvl="1">
              <a:lnSpc>
                <a:spcPct val="150000"/>
              </a:lnSpc>
            </a:pPr>
            <a:r>
              <a:rPr lang="en-GB" sz="5600" b="1" dirty="0">
                <a:solidFill>
                  <a:schemeClr val="tx1">
                    <a:lumMod val="95000"/>
                    <a:lumOff val="5000"/>
                  </a:schemeClr>
                </a:solidFill>
                <a:latin typeface="Arial Rounded MT Bold" panose="020F0704030504030204" pitchFamily="34" charset="0"/>
              </a:rPr>
              <a:t>Data Format: CSV (Comma-Separated Values) format is used to load and ingest the initial dataset.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76913" y="111095"/>
            <a:ext cx="3580688" cy="1090491"/>
          </a:xfrm>
        </p:spPr>
        <p:txBody>
          <a:bodyPr>
            <a:normAutofit fontScale="90000"/>
          </a:bodyPr>
          <a:lstStyle/>
          <a:p>
            <a:r>
              <a:rPr lang="en-GB" dirty="0"/>
              <a:t>RESULTS </a:t>
            </a:r>
            <a:br>
              <a:rPr lang="en-GB" dirty="0"/>
            </a:br>
            <a:r>
              <a:rPr lang="en-GB" dirty="0"/>
              <a:t>Screenshot</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ABA182D6-675D-0FD9-869A-364001937578}"/>
              </a:ext>
            </a:extLst>
          </p:cNvPr>
          <p:cNvPicPr>
            <a:picLocks noChangeAspect="1"/>
          </p:cNvPicPr>
          <p:nvPr/>
        </p:nvPicPr>
        <p:blipFill>
          <a:blip r:embed="rId3"/>
          <a:stretch>
            <a:fillRect/>
          </a:stretch>
        </p:blipFill>
        <p:spPr>
          <a:xfrm>
            <a:off x="3264494" y="47177"/>
            <a:ext cx="7204104" cy="676364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075E61-0208-6DAB-E2D7-1CC88BE97798}"/>
              </a:ext>
            </a:extLst>
          </p:cNvPr>
          <p:cNvSpPr>
            <a:spLocks noGrp="1"/>
          </p:cNvSpPr>
          <p:nvPr>
            <p:ph type="title"/>
          </p:nvPr>
        </p:nvSpPr>
        <p:spPr>
          <a:xfrm>
            <a:off x="85458" y="68367"/>
            <a:ext cx="4850080" cy="717814"/>
          </a:xfrm>
        </p:spPr>
        <p:txBody>
          <a:bodyPr>
            <a:normAutofit fontScale="90000"/>
          </a:bodyPr>
          <a:lstStyle/>
          <a:p>
            <a:r>
              <a:rPr lang="en-GB" dirty="0"/>
              <a:t>RESULTS</a:t>
            </a:r>
          </a:p>
        </p:txBody>
      </p:sp>
      <p:pic>
        <p:nvPicPr>
          <p:cNvPr id="6" name="Picture 5">
            <a:extLst>
              <a:ext uri="{FF2B5EF4-FFF2-40B4-BE49-F238E27FC236}">
                <a16:creationId xmlns:a16="http://schemas.microsoft.com/office/drawing/2014/main" id="{E02A9308-8C18-3C31-7962-90D0EA2DB505}"/>
              </a:ext>
            </a:extLst>
          </p:cNvPr>
          <p:cNvPicPr>
            <a:picLocks noChangeAspect="1"/>
          </p:cNvPicPr>
          <p:nvPr/>
        </p:nvPicPr>
        <p:blipFill>
          <a:blip r:embed="rId2"/>
          <a:stretch>
            <a:fillRect/>
          </a:stretch>
        </p:blipFill>
        <p:spPr>
          <a:xfrm>
            <a:off x="2510498" y="152756"/>
            <a:ext cx="8736651" cy="6552487"/>
          </a:xfrm>
          <a:prstGeom prst="rect">
            <a:avLst/>
          </a:prstGeom>
        </p:spPr>
      </p:pic>
    </p:spTree>
    <p:extLst>
      <p:ext uri="{BB962C8B-B14F-4D97-AF65-F5344CB8AC3E}">
        <p14:creationId xmlns:p14="http://schemas.microsoft.com/office/powerpoint/2010/main" val="3875695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30FE4A-3D1A-3E55-6687-771FF691A687}"/>
              </a:ext>
            </a:extLst>
          </p:cNvPr>
          <p:cNvSpPr>
            <a:spLocks noGrp="1"/>
          </p:cNvSpPr>
          <p:nvPr>
            <p:ph type="title"/>
          </p:nvPr>
        </p:nvSpPr>
        <p:spPr>
          <a:xfrm>
            <a:off x="85458" y="59822"/>
            <a:ext cx="4648912" cy="828941"/>
          </a:xfrm>
        </p:spPr>
        <p:txBody>
          <a:bodyPr/>
          <a:lstStyle/>
          <a:p>
            <a:r>
              <a:rPr lang="en-GB" dirty="0"/>
              <a:t>RESULTS</a:t>
            </a:r>
          </a:p>
        </p:txBody>
      </p:sp>
      <p:pic>
        <p:nvPicPr>
          <p:cNvPr id="6" name="Picture 5">
            <a:extLst>
              <a:ext uri="{FF2B5EF4-FFF2-40B4-BE49-F238E27FC236}">
                <a16:creationId xmlns:a16="http://schemas.microsoft.com/office/drawing/2014/main" id="{91D3A894-3636-62D3-6634-173073CF42C3}"/>
              </a:ext>
            </a:extLst>
          </p:cNvPr>
          <p:cNvPicPr>
            <a:picLocks noChangeAspect="1"/>
          </p:cNvPicPr>
          <p:nvPr/>
        </p:nvPicPr>
        <p:blipFill>
          <a:blip r:embed="rId2"/>
          <a:stretch>
            <a:fillRect/>
          </a:stretch>
        </p:blipFill>
        <p:spPr>
          <a:xfrm>
            <a:off x="2764510" y="59822"/>
            <a:ext cx="8920523" cy="6577631"/>
          </a:xfrm>
          <a:prstGeom prst="rect">
            <a:avLst/>
          </a:prstGeom>
        </p:spPr>
      </p:pic>
    </p:spTree>
    <p:extLst>
      <p:ext uri="{BB962C8B-B14F-4D97-AF65-F5344CB8AC3E}">
        <p14:creationId xmlns:p14="http://schemas.microsoft.com/office/powerpoint/2010/main" val="2957293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D01CC7-2CE4-4E8A-473E-FA2651729732}"/>
              </a:ext>
            </a:extLst>
          </p:cNvPr>
          <p:cNvSpPr>
            <a:spLocks noGrp="1"/>
          </p:cNvSpPr>
          <p:nvPr>
            <p:ph type="title"/>
          </p:nvPr>
        </p:nvSpPr>
        <p:spPr>
          <a:xfrm>
            <a:off x="59822" y="76913"/>
            <a:ext cx="4441372" cy="1256232"/>
          </a:xfrm>
        </p:spPr>
        <p:txBody>
          <a:bodyPr/>
          <a:lstStyle/>
          <a:p>
            <a:r>
              <a:rPr lang="en-GB" dirty="0"/>
              <a:t>RESULTS</a:t>
            </a:r>
          </a:p>
        </p:txBody>
      </p:sp>
      <p:pic>
        <p:nvPicPr>
          <p:cNvPr id="6" name="Picture 5">
            <a:extLst>
              <a:ext uri="{FF2B5EF4-FFF2-40B4-BE49-F238E27FC236}">
                <a16:creationId xmlns:a16="http://schemas.microsoft.com/office/drawing/2014/main" id="{B51A630C-A592-A02A-8FD1-FF6EE1C75ADD}"/>
              </a:ext>
            </a:extLst>
          </p:cNvPr>
          <p:cNvPicPr>
            <a:picLocks noChangeAspect="1"/>
          </p:cNvPicPr>
          <p:nvPr/>
        </p:nvPicPr>
        <p:blipFill>
          <a:blip r:embed="rId2"/>
          <a:stretch>
            <a:fillRect/>
          </a:stretch>
        </p:blipFill>
        <p:spPr>
          <a:xfrm>
            <a:off x="2751747" y="76913"/>
            <a:ext cx="8922084" cy="6384866"/>
          </a:xfrm>
          <a:prstGeom prst="rect">
            <a:avLst/>
          </a:prstGeom>
        </p:spPr>
      </p:pic>
    </p:spTree>
    <p:extLst>
      <p:ext uri="{BB962C8B-B14F-4D97-AF65-F5344CB8AC3E}">
        <p14:creationId xmlns:p14="http://schemas.microsoft.com/office/powerpoint/2010/main" val="256845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F24954-8AF2-E594-FBAB-C09C8C9F6585}"/>
              </a:ext>
            </a:extLst>
          </p:cNvPr>
          <p:cNvSpPr>
            <a:spLocks noGrp="1"/>
          </p:cNvSpPr>
          <p:nvPr>
            <p:ph type="title"/>
          </p:nvPr>
        </p:nvSpPr>
        <p:spPr>
          <a:xfrm>
            <a:off x="59821" y="111095"/>
            <a:ext cx="4875717" cy="1141443"/>
          </a:xfrm>
        </p:spPr>
        <p:txBody>
          <a:bodyPr/>
          <a:lstStyle/>
          <a:p>
            <a:r>
              <a:rPr lang="en-GB" dirty="0"/>
              <a:t>RESULTS</a:t>
            </a:r>
          </a:p>
        </p:txBody>
      </p:sp>
      <p:pic>
        <p:nvPicPr>
          <p:cNvPr id="6" name="Picture 5">
            <a:extLst>
              <a:ext uri="{FF2B5EF4-FFF2-40B4-BE49-F238E27FC236}">
                <a16:creationId xmlns:a16="http://schemas.microsoft.com/office/drawing/2014/main" id="{40C8768E-F7BF-0CCD-7B07-8E3D2EFB27BC}"/>
              </a:ext>
            </a:extLst>
          </p:cNvPr>
          <p:cNvPicPr>
            <a:picLocks noChangeAspect="1"/>
          </p:cNvPicPr>
          <p:nvPr/>
        </p:nvPicPr>
        <p:blipFill>
          <a:blip r:embed="rId2"/>
          <a:stretch>
            <a:fillRect/>
          </a:stretch>
        </p:blipFill>
        <p:spPr>
          <a:xfrm>
            <a:off x="2774750" y="111095"/>
            <a:ext cx="8110965" cy="6387981"/>
          </a:xfrm>
          <a:prstGeom prst="rect">
            <a:avLst/>
          </a:prstGeom>
        </p:spPr>
      </p:pic>
    </p:spTree>
    <p:extLst>
      <p:ext uri="{BB962C8B-B14F-4D97-AF65-F5344CB8AC3E}">
        <p14:creationId xmlns:p14="http://schemas.microsoft.com/office/powerpoint/2010/main" val="4287946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2E660E-DBDF-FD15-FD36-A10F9CDD82B5}"/>
              </a:ext>
            </a:extLst>
          </p:cNvPr>
          <p:cNvSpPr>
            <a:spLocks noGrp="1"/>
          </p:cNvSpPr>
          <p:nvPr>
            <p:ph type="title"/>
          </p:nvPr>
        </p:nvSpPr>
        <p:spPr>
          <a:xfrm>
            <a:off x="76912" y="85459"/>
            <a:ext cx="4858626" cy="1085315"/>
          </a:xfrm>
        </p:spPr>
        <p:txBody>
          <a:bodyPr/>
          <a:lstStyle/>
          <a:p>
            <a:r>
              <a:rPr lang="en-GB" dirty="0"/>
              <a:t>RESULTS</a:t>
            </a:r>
          </a:p>
        </p:txBody>
      </p:sp>
      <p:pic>
        <p:nvPicPr>
          <p:cNvPr id="6" name="Picture 5">
            <a:extLst>
              <a:ext uri="{FF2B5EF4-FFF2-40B4-BE49-F238E27FC236}">
                <a16:creationId xmlns:a16="http://schemas.microsoft.com/office/drawing/2014/main" id="{1FC773A8-8C8C-A3EE-D1CC-72BA54379081}"/>
              </a:ext>
            </a:extLst>
          </p:cNvPr>
          <p:cNvPicPr>
            <a:picLocks noChangeAspect="1"/>
          </p:cNvPicPr>
          <p:nvPr/>
        </p:nvPicPr>
        <p:blipFill>
          <a:blip r:embed="rId2"/>
          <a:stretch>
            <a:fillRect/>
          </a:stretch>
        </p:blipFill>
        <p:spPr>
          <a:xfrm>
            <a:off x="2777383" y="85459"/>
            <a:ext cx="8458694" cy="6701328"/>
          </a:xfrm>
          <a:prstGeom prst="rect">
            <a:avLst/>
          </a:prstGeom>
        </p:spPr>
      </p:pic>
    </p:spTree>
    <p:extLst>
      <p:ext uri="{BB962C8B-B14F-4D97-AF65-F5344CB8AC3E}">
        <p14:creationId xmlns:p14="http://schemas.microsoft.com/office/powerpoint/2010/main" val="930032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6F726D-A5A0-68AD-6F02-91C6D5A8824B}"/>
              </a:ext>
            </a:extLst>
          </p:cNvPr>
          <p:cNvSpPr>
            <a:spLocks noGrp="1"/>
          </p:cNvSpPr>
          <p:nvPr>
            <p:ph type="title"/>
          </p:nvPr>
        </p:nvSpPr>
        <p:spPr>
          <a:xfrm>
            <a:off x="94004" y="85459"/>
            <a:ext cx="4841534" cy="1167078"/>
          </a:xfrm>
        </p:spPr>
        <p:txBody>
          <a:bodyPr/>
          <a:lstStyle/>
          <a:p>
            <a:r>
              <a:rPr lang="en-GB" dirty="0"/>
              <a:t>RESULTS</a:t>
            </a:r>
          </a:p>
        </p:txBody>
      </p:sp>
      <p:pic>
        <p:nvPicPr>
          <p:cNvPr id="6" name="Picture 5">
            <a:extLst>
              <a:ext uri="{FF2B5EF4-FFF2-40B4-BE49-F238E27FC236}">
                <a16:creationId xmlns:a16="http://schemas.microsoft.com/office/drawing/2014/main" id="{4760CAA8-A948-EDD5-F66D-386183CDE409}"/>
              </a:ext>
            </a:extLst>
          </p:cNvPr>
          <p:cNvPicPr>
            <a:picLocks noChangeAspect="1"/>
          </p:cNvPicPr>
          <p:nvPr/>
        </p:nvPicPr>
        <p:blipFill>
          <a:blip r:embed="rId2"/>
          <a:stretch>
            <a:fillRect/>
          </a:stretch>
        </p:blipFill>
        <p:spPr>
          <a:xfrm>
            <a:off x="2777383" y="0"/>
            <a:ext cx="7650601" cy="6645831"/>
          </a:xfrm>
          <a:prstGeom prst="rect">
            <a:avLst/>
          </a:prstGeom>
        </p:spPr>
      </p:pic>
    </p:spTree>
    <p:extLst>
      <p:ext uri="{BB962C8B-B14F-4D97-AF65-F5344CB8AC3E}">
        <p14:creationId xmlns:p14="http://schemas.microsoft.com/office/powerpoint/2010/main" val="2111846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5EB669-D924-25F2-BE4B-0C4AEB658FB7}"/>
              </a:ext>
            </a:extLst>
          </p:cNvPr>
          <p:cNvSpPr>
            <a:spLocks noGrp="1"/>
          </p:cNvSpPr>
          <p:nvPr>
            <p:ph type="title"/>
          </p:nvPr>
        </p:nvSpPr>
        <p:spPr>
          <a:xfrm>
            <a:off x="85458" y="76913"/>
            <a:ext cx="4850080" cy="1559298"/>
          </a:xfrm>
        </p:spPr>
        <p:txBody>
          <a:bodyPr/>
          <a:lstStyle/>
          <a:p>
            <a:r>
              <a:rPr lang="en-GB" dirty="0"/>
              <a:t>RESULTS</a:t>
            </a:r>
          </a:p>
        </p:txBody>
      </p:sp>
      <p:pic>
        <p:nvPicPr>
          <p:cNvPr id="6" name="Picture 5">
            <a:extLst>
              <a:ext uri="{FF2B5EF4-FFF2-40B4-BE49-F238E27FC236}">
                <a16:creationId xmlns:a16="http://schemas.microsoft.com/office/drawing/2014/main" id="{7C87DB33-0C04-C55D-DC4B-6452AC5DD9AD}"/>
              </a:ext>
            </a:extLst>
          </p:cNvPr>
          <p:cNvPicPr>
            <a:picLocks noChangeAspect="1"/>
          </p:cNvPicPr>
          <p:nvPr/>
        </p:nvPicPr>
        <p:blipFill>
          <a:blip r:embed="rId2"/>
          <a:stretch>
            <a:fillRect/>
          </a:stretch>
        </p:blipFill>
        <p:spPr>
          <a:xfrm>
            <a:off x="2812169" y="145280"/>
            <a:ext cx="7460599" cy="6413619"/>
          </a:xfrm>
          <a:prstGeom prst="rect">
            <a:avLst/>
          </a:prstGeom>
        </p:spPr>
      </p:pic>
    </p:spTree>
    <p:extLst>
      <p:ext uri="{BB962C8B-B14F-4D97-AF65-F5344CB8AC3E}">
        <p14:creationId xmlns:p14="http://schemas.microsoft.com/office/powerpoint/2010/main" val="51006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CD990D-49FD-C445-3049-00907C94278B}"/>
              </a:ext>
            </a:extLst>
          </p:cNvPr>
          <p:cNvSpPr>
            <a:spLocks noGrp="1"/>
          </p:cNvSpPr>
          <p:nvPr>
            <p:ph type="title"/>
          </p:nvPr>
        </p:nvSpPr>
        <p:spPr>
          <a:xfrm>
            <a:off x="76912" y="76913"/>
            <a:ext cx="4858626" cy="1559298"/>
          </a:xfrm>
        </p:spPr>
        <p:txBody>
          <a:bodyPr/>
          <a:lstStyle/>
          <a:p>
            <a:r>
              <a:rPr lang="en-GB" dirty="0"/>
              <a:t>RESULTS</a:t>
            </a:r>
          </a:p>
        </p:txBody>
      </p:sp>
      <p:pic>
        <p:nvPicPr>
          <p:cNvPr id="6" name="Picture 5">
            <a:extLst>
              <a:ext uri="{FF2B5EF4-FFF2-40B4-BE49-F238E27FC236}">
                <a16:creationId xmlns:a16="http://schemas.microsoft.com/office/drawing/2014/main" id="{DB65CB03-3565-72EF-AE88-4209C8C10271}"/>
              </a:ext>
            </a:extLst>
          </p:cNvPr>
          <p:cNvPicPr>
            <a:picLocks noChangeAspect="1"/>
          </p:cNvPicPr>
          <p:nvPr/>
        </p:nvPicPr>
        <p:blipFill>
          <a:blip r:embed="rId2"/>
          <a:stretch>
            <a:fillRect/>
          </a:stretch>
        </p:blipFill>
        <p:spPr>
          <a:xfrm>
            <a:off x="2748881" y="162370"/>
            <a:ext cx="7163234" cy="6379436"/>
          </a:xfrm>
          <a:prstGeom prst="rect">
            <a:avLst/>
          </a:prstGeom>
        </p:spPr>
      </p:pic>
    </p:spTree>
    <p:extLst>
      <p:ext uri="{BB962C8B-B14F-4D97-AF65-F5344CB8AC3E}">
        <p14:creationId xmlns:p14="http://schemas.microsoft.com/office/powerpoint/2010/main" val="3060357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4F0741-6312-96AA-4FA4-9C257D3C3263}"/>
              </a:ext>
            </a:extLst>
          </p:cNvPr>
          <p:cNvSpPr>
            <a:spLocks noGrp="1"/>
          </p:cNvSpPr>
          <p:nvPr>
            <p:ph type="title"/>
          </p:nvPr>
        </p:nvSpPr>
        <p:spPr>
          <a:xfrm>
            <a:off x="94004" y="23623"/>
            <a:ext cx="4841534" cy="1525115"/>
          </a:xfrm>
        </p:spPr>
        <p:txBody>
          <a:bodyPr/>
          <a:lstStyle/>
          <a:p>
            <a:r>
              <a:rPr lang="en-GB" dirty="0"/>
              <a:t>RESULTS</a:t>
            </a:r>
          </a:p>
        </p:txBody>
      </p:sp>
      <p:pic>
        <p:nvPicPr>
          <p:cNvPr id="6" name="Picture 5">
            <a:extLst>
              <a:ext uri="{FF2B5EF4-FFF2-40B4-BE49-F238E27FC236}">
                <a16:creationId xmlns:a16="http://schemas.microsoft.com/office/drawing/2014/main" id="{8F584610-42CA-2440-1286-09FC706FE7B1}"/>
              </a:ext>
            </a:extLst>
          </p:cNvPr>
          <p:cNvPicPr>
            <a:picLocks noChangeAspect="1"/>
          </p:cNvPicPr>
          <p:nvPr/>
        </p:nvPicPr>
        <p:blipFill>
          <a:blip r:embed="rId2"/>
          <a:stretch>
            <a:fillRect/>
          </a:stretch>
        </p:blipFill>
        <p:spPr>
          <a:xfrm>
            <a:off x="2842833" y="102549"/>
            <a:ext cx="7897521" cy="6447802"/>
          </a:xfrm>
          <a:prstGeom prst="rect">
            <a:avLst/>
          </a:prstGeom>
        </p:spPr>
      </p:pic>
    </p:spTree>
    <p:extLst>
      <p:ext uri="{BB962C8B-B14F-4D97-AF65-F5344CB8AC3E}">
        <p14:creationId xmlns:p14="http://schemas.microsoft.com/office/powerpoint/2010/main" val="491180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6A4601-8853-313A-865D-B750AE830B52}"/>
              </a:ext>
            </a:extLst>
          </p:cNvPr>
          <p:cNvSpPr>
            <a:spLocks noGrp="1"/>
          </p:cNvSpPr>
          <p:nvPr>
            <p:ph type="title"/>
          </p:nvPr>
        </p:nvSpPr>
        <p:spPr>
          <a:xfrm>
            <a:off x="94004" y="94005"/>
            <a:ext cx="4841534" cy="1542206"/>
          </a:xfrm>
        </p:spPr>
        <p:txBody>
          <a:bodyPr/>
          <a:lstStyle/>
          <a:p>
            <a:r>
              <a:rPr lang="en-GB" dirty="0"/>
              <a:t>RESULTS</a:t>
            </a:r>
          </a:p>
        </p:txBody>
      </p:sp>
      <p:pic>
        <p:nvPicPr>
          <p:cNvPr id="6" name="Picture 5">
            <a:extLst>
              <a:ext uri="{FF2B5EF4-FFF2-40B4-BE49-F238E27FC236}">
                <a16:creationId xmlns:a16="http://schemas.microsoft.com/office/drawing/2014/main" id="{2F87AE52-8881-AA4E-D200-C4FEA9327067}"/>
              </a:ext>
            </a:extLst>
          </p:cNvPr>
          <p:cNvPicPr>
            <a:picLocks noChangeAspect="1"/>
          </p:cNvPicPr>
          <p:nvPr/>
        </p:nvPicPr>
        <p:blipFill>
          <a:blip r:embed="rId2"/>
          <a:stretch>
            <a:fillRect/>
          </a:stretch>
        </p:blipFill>
        <p:spPr>
          <a:xfrm>
            <a:off x="2649197" y="162372"/>
            <a:ext cx="8524530" cy="6367472"/>
          </a:xfrm>
          <a:prstGeom prst="rect">
            <a:avLst/>
          </a:prstGeom>
        </p:spPr>
      </p:pic>
    </p:spTree>
    <p:extLst>
      <p:ext uri="{BB962C8B-B14F-4D97-AF65-F5344CB8AC3E}">
        <p14:creationId xmlns:p14="http://schemas.microsoft.com/office/powerpoint/2010/main" val="95479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B9EC2E-BD3C-F04C-2C9C-18D6BD8B2AA7}"/>
              </a:ext>
            </a:extLst>
          </p:cNvPr>
          <p:cNvSpPr>
            <a:spLocks noGrp="1"/>
          </p:cNvSpPr>
          <p:nvPr>
            <p:ph type="title"/>
          </p:nvPr>
        </p:nvSpPr>
        <p:spPr>
          <a:xfrm>
            <a:off x="136733" y="94005"/>
            <a:ext cx="4798805" cy="1542206"/>
          </a:xfrm>
        </p:spPr>
        <p:txBody>
          <a:bodyPr/>
          <a:lstStyle/>
          <a:p>
            <a:r>
              <a:rPr lang="en-GB" dirty="0"/>
              <a:t>RESULTS</a:t>
            </a:r>
          </a:p>
        </p:txBody>
      </p:sp>
      <p:pic>
        <p:nvPicPr>
          <p:cNvPr id="6" name="Picture 5">
            <a:extLst>
              <a:ext uri="{FF2B5EF4-FFF2-40B4-BE49-F238E27FC236}">
                <a16:creationId xmlns:a16="http://schemas.microsoft.com/office/drawing/2014/main" id="{43356C23-96C0-0E21-783B-C092A43B9C90}"/>
              </a:ext>
            </a:extLst>
          </p:cNvPr>
          <p:cNvPicPr>
            <a:picLocks noChangeAspect="1"/>
          </p:cNvPicPr>
          <p:nvPr/>
        </p:nvPicPr>
        <p:blipFill>
          <a:blip r:embed="rId2"/>
          <a:stretch>
            <a:fillRect/>
          </a:stretch>
        </p:blipFill>
        <p:spPr>
          <a:xfrm>
            <a:off x="2717564" y="219094"/>
            <a:ext cx="7967258" cy="6419811"/>
          </a:xfrm>
          <a:prstGeom prst="rect">
            <a:avLst/>
          </a:prstGeom>
        </p:spPr>
      </p:pic>
    </p:spTree>
    <p:extLst>
      <p:ext uri="{BB962C8B-B14F-4D97-AF65-F5344CB8AC3E}">
        <p14:creationId xmlns:p14="http://schemas.microsoft.com/office/powerpoint/2010/main" val="2638151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B7FAB5-009D-34AE-1E93-6DE98F7F28C1}"/>
              </a:ext>
            </a:extLst>
          </p:cNvPr>
          <p:cNvSpPr>
            <a:spLocks noGrp="1"/>
          </p:cNvSpPr>
          <p:nvPr>
            <p:ph type="title"/>
          </p:nvPr>
        </p:nvSpPr>
        <p:spPr>
          <a:xfrm>
            <a:off x="111095" y="119641"/>
            <a:ext cx="4824443" cy="1516569"/>
          </a:xfrm>
        </p:spPr>
        <p:txBody>
          <a:bodyPr/>
          <a:lstStyle/>
          <a:p>
            <a:r>
              <a:rPr lang="en-GB" dirty="0"/>
              <a:t>RESULTS</a:t>
            </a:r>
          </a:p>
        </p:txBody>
      </p:sp>
      <p:pic>
        <p:nvPicPr>
          <p:cNvPr id="6" name="Picture 5">
            <a:extLst>
              <a:ext uri="{FF2B5EF4-FFF2-40B4-BE49-F238E27FC236}">
                <a16:creationId xmlns:a16="http://schemas.microsoft.com/office/drawing/2014/main" id="{61128565-653F-EBDF-ED61-61FB9C7B51B4}"/>
              </a:ext>
            </a:extLst>
          </p:cNvPr>
          <p:cNvPicPr>
            <a:picLocks noChangeAspect="1"/>
          </p:cNvPicPr>
          <p:nvPr/>
        </p:nvPicPr>
        <p:blipFill>
          <a:blip r:embed="rId2"/>
          <a:stretch>
            <a:fillRect/>
          </a:stretch>
        </p:blipFill>
        <p:spPr>
          <a:xfrm>
            <a:off x="2866459" y="153824"/>
            <a:ext cx="8122435" cy="6550351"/>
          </a:xfrm>
          <a:prstGeom prst="rect">
            <a:avLst/>
          </a:prstGeom>
        </p:spPr>
      </p:pic>
    </p:spTree>
    <p:extLst>
      <p:ext uri="{BB962C8B-B14F-4D97-AF65-F5344CB8AC3E}">
        <p14:creationId xmlns:p14="http://schemas.microsoft.com/office/powerpoint/2010/main" val="2252484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494ED8-86B4-3483-C89B-119BD8C144C8}"/>
              </a:ext>
            </a:extLst>
          </p:cNvPr>
          <p:cNvSpPr>
            <a:spLocks noGrp="1"/>
          </p:cNvSpPr>
          <p:nvPr>
            <p:ph type="title"/>
          </p:nvPr>
        </p:nvSpPr>
        <p:spPr>
          <a:xfrm>
            <a:off x="119641" y="68367"/>
            <a:ext cx="4815897" cy="1567844"/>
          </a:xfrm>
        </p:spPr>
        <p:txBody>
          <a:bodyPr/>
          <a:lstStyle/>
          <a:p>
            <a:r>
              <a:rPr lang="en-GB" dirty="0"/>
              <a:t>RESULTS</a:t>
            </a:r>
          </a:p>
        </p:txBody>
      </p:sp>
      <p:pic>
        <p:nvPicPr>
          <p:cNvPr id="6" name="Picture 5">
            <a:extLst>
              <a:ext uri="{FF2B5EF4-FFF2-40B4-BE49-F238E27FC236}">
                <a16:creationId xmlns:a16="http://schemas.microsoft.com/office/drawing/2014/main" id="{9A59FFF6-D5E4-1D98-2520-92A06A18043A}"/>
              </a:ext>
            </a:extLst>
          </p:cNvPr>
          <p:cNvPicPr>
            <a:picLocks noChangeAspect="1"/>
          </p:cNvPicPr>
          <p:nvPr/>
        </p:nvPicPr>
        <p:blipFill>
          <a:blip r:embed="rId2"/>
          <a:stretch>
            <a:fillRect/>
          </a:stretch>
        </p:blipFill>
        <p:spPr>
          <a:xfrm>
            <a:off x="2785928" y="220346"/>
            <a:ext cx="8319507" cy="6417308"/>
          </a:xfrm>
          <a:prstGeom prst="rect">
            <a:avLst/>
          </a:prstGeom>
        </p:spPr>
      </p:pic>
    </p:spTree>
    <p:extLst>
      <p:ext uri="{BB962C8B-B14F-4D97-AF65-F5344CB8AC3E}">
        <p14:creationId xmlns:p14="http://schemas.microsoft.com/office/powerpoint/2010/main" val="2523336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AA6E9C-56A7-92C1-9E05-AFAD2A977B38}"/>
              </a:ext>
            </a:extLst>
          </p:cNvPr>
          <p:cNvSpPr>
            <a:spLocks noGrp="1"/>
          </p:cNvSpPr>
          <p:nvPr>
            <p:ph type="title"/>
          </p:nvPr>
        </p:nvSpPr>
        <p:spPr>
          <a:xfrm>
            <a:off x="68367" y="59821"/>
            <a:ext cx="4867172" cy="1576389"/>
          </a:xfrm>
        </p:spPr>
        <p:txBody>
          <a:bodyPr/>
          <a:lstStyle/>
          <a:p>
            <a:r>
              <a:rPr lang="en-GB" dirty="0"/>
              <a:t>RESULTS</a:t>
            </a:r>
          </a:p>
        </p:txBody>
      </p:sp>
      <p:pic>
        <p:nvPicPr>
          <p:cNvPr id="6" name="Picture 5">
            <a:extLst>
              <a:ext uri="{FF2B5EF4-FFF2-40B4-BE49-F238E27FC236}">
                <a16:creationId xmlns:a16="http://schemas.microsoft.com/office/drawing/2014/main" id="{DE0C8325-0124-C96B-3011-18E89131CF29}"/>
              </a:ext>
            </a:extLst>
          </p:cNvPr>
          <p:cNvPicPr>
            <a:picLocks noChangeAspect="1"/>
          </p:cNvPicPr>
          <p:nvPr/>
        </p:nvPicPr>
        <p:blipFill>
          <a:blip r:embed="rId2"/>
          <a:stretch>
            <a:fillRect/>
          </a:stretch>
        </p:blipFill>
        <p:spPr>
          <a:xfrm>
            <a:off x="2685916" y="217918"/>
            <a:ext cx="8576832" cy="6422164"/>
          </a:xfrm>
          <a:prstGeom prst="rect">
            <a:avLst/>
          </a:prstGeom>
        </p:spPr>
      </p:pic>
    </p:spTree>
    <p:extLst>
      <p:ext uri="{BB962C8B-B14F-4D97-AF65-F5344CB8AC3E}">
        <p14:creationId xmlns:p14="http://schemas.microsoft.com/office/powerpoint/2010/main" val="3180091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4E93A8-BCEB-60E5-BCA9-241D536CC007}"/>
              </a:ext>
            </a:extLst>
          </p:cNvPr>
          <p:cNvSpPr>
            <a:spLocks noGrp="1"/>
          </p:cNvSpPr>
          <p:nvPr>
            <p:ph type="title"/>
          </p:nvPr>
        </p:nvSpPr>
        <p:spPr>
          <a:xfrm>
            <a:off x="85459" y="68366"/>
            <a:ext cx="4850080" cy="1567845"/>
          </a:xfrm>
        </p:spPr>
        <p:txBody>
          <a:bodyPr/>
          <a:lstStyle/>
          <a:p>
            <a:r>
              <a:rPr lang="en-GB" dirty="0"/>
              <a:t>RESULTS</a:t>
            </a:r>
          </a:p>
        </p:txBody>
      </p:sp>
      <p:pic>
        <p:nvPicPr>
          <p:cNvPr id="6" name="Picture 5">
            <a:extLst>
              <a:ext uri="{FF2B5EF4-FFF2-40B4-BE49-F238E27FC236}">
                <a16:creationId xmlns:a16="http://schemas.microsoft.com/office/drawing/2014/main" id="{2C87A350-85C6-85CF-4A84-68BE4E5C3958}"/>
              </a:ext>
            </a:extLst>
          </p:cNvPr>
          <p:cNvPicPr>
            <a:picLocks noChangeAspect="1"/>
          </p:cNvPicPr>
          <p:nvPr/>
        </p:nvPicPr>
        <p:blipFill>
          <a:blip r:embed="rId2"/>
          <a:stretch>
            <a:fillRect/>
          </a:stretch>
        </p:blipFill>
        <p:spPr>
          <a:xfrm>
            <a:off x="2825337" y="175189"/>
            <a:ext cx="7130328" cy="6507622"/>
          </a:xfrm>
          <a:prstGeom prst="rect">
            <a:avLst/>
          </a:prstGeom>
        </p:spPr>
      </p:pic>
    </p:spTree>
    <p:extLst>
      <p:ext uri="{BB962C8B-B14F-4D97-AF65-F5344CB8AC3E}">
        <p14:creationId xmlns:p14="http://schemas.microsoft.com/office/powerpoint/2010/main" val="2228056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541F30-ED2C-4768-0081-173B3AE63706}"/>
              </a:ext>
            </a:extLst>
          </p:cNvPr>
          <p:cNvSpPr>
            <a:spLocks noGrp="1"/>
          </p:cNvSpPr>
          <p:nvPr>
            <p:ph type="title"/>
          </p:nvPr>
        </p:nvSpPr>
        <p:spPr>
          <a:xfrm>
            <a:off x="94004" y="76913"/>
            <a:ext cx="4841534" cy="1559298"/>
          </a:xfrm>
        </p:spPr>
        <p:txBody>
          <a:bodyPr/>
          <a:lstStyle/>
          <a:p>
            <a:r>
              <a:rPr lang="en-GB" dirty="0"/>
              <a:t>RESULTS</a:t>
            </a:r>
          </a:p>
        </p:txBody>
      </p:sp>
      <p:pic>
        <p:nvPicPr>
          <p:cNvPr id="6" name="Picture 5">
            <a:extLst>
              <a:ext uri="{FF2B5EF4-FFF2-40B4-BE49-F238E27FC236}">
                <a16:creationId xmlns:a16="http://schemas.microsoft.com/office/drawing/2014/main" id="{4B79AB63-5353-DE4A-1FF7-EA4A7DE695B5}"/>
              </a:ext>
            </a:extLst>
          </p:cNvPr>
          <p:cNvPicPr>
            <a:picLocks noChangeAspect="1"/>
          </p:cNvPicPr>
          <p:nvPr/>
        </p:nvPicPr>
        <p:blipFill>
          <a:blip r:embed="rId2"/>
          <a:stretch>
            <a:fillRect/>
          </a:stretch>
        </p:blipFill>
        <p:spPr>
          <a:xfrm>
            <a:off x="2785930" y="186818"/>
            <a:ext cx="7859213" cy="6484363"/>
          </a:xfrm>
          <a:prstGeom prst="rect">
            <a:avLst/>
          </a:prstGeom>
        </p:spPr>
      </p:pic>
    </p:spTree>
    <p:extLst>
      <p:ext uri="{BB962C8B-B14F-4D97-AF65-F5344CB8AC3E}">
        <p14:creationId xmlns:p14="http://schemas.microsoft.com/office/powerpoint/2010/main" val="967646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661643-8353-548B-89D7-16209439CF51}"/>
              </a:ext>
            </a:extLst>
          </p:cNvPr>
          <p:cNvSpPr>
            <a:spLocks noGrp="1"/>
          </p:cNvSpPr>
          <p:nvPr>
            <p:ph type="title"/>
          </p:nvPr>
        </p:nvSpPr>
        <p:spPr>
          <a:xfrm>
            <a:off x="68366" y="68366"/>
            <a:ext cx="4867172" cy="1567845"/>
          </a:xfrm>
        </p:spPr>
        <p:txBody>
          <a:bodyPr/>
          <a:lstStyle/>
          <a:p>
            <a:r>
              <a:rPr lang="en-GB" dirty="0"/>
              <a:t>RESULTS</a:t>
            </a:r>
          </a:p>
        </p:txBody>
      </p:sp>
      <p:pic>
        <p:nvPicPr>
          <p:cNvPr id="6" name="Picture 5">
            <a:extLst>
              <a:ext uri="{FF2B5EF4-FFF2-40B4-BE49-F238E27FC236}">
                <a16:creationId xmlns:a16="http://schemas.microsoft.com/office/drawing/2014/main" id="{F6FCA282-9E8D-A7B2-C0AA-9D4CC46FADFD}"/>
              </a:ext>
            </a:extLst>
          </p:cNvPr>
          <p:cNvPicPr>
            <a:picLocks noChangeAspect="1"/>
          </p:cNvPicPr>
          <p:nvPr/>
        </p:nvPicPr>
        <p:blipFill>
          <a:blip r:embed="rId2"/>
          <a:stretch>
            <a:fillRect/>
          </a:stretch>
        </p:blipFill>
        <p:spPr>
          <a:xfrm>
            <a:off x="2677713" y="188007"/>
            <a:ext cx="8990866" cy="6328161"/>
          </a:xfrm>
          <a:prstGeom prst="rect">
            <a:avLst/>
          </a:prstGeom>
        </p:spPr>
      </p:pic>
    </p:spTree>
    <p:extLst>
      <p:ext uri="{BB962C8B-B14F-4D97-AF65-F5344CB8AC3E}">
        <p14:creationId xmlns:p14="http://schemas.microsoft.com/office/powerpoint/2010/main" val="3762889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B3BD66-5F9A-9F2F-2815-563B42FE788C}"/>
              </a:ext>
            </a:extLst>
          </p:cNvPr>
          <p:cNvSpPr>
            <a:spLocks noGrp="1"/>
          </p:cNvSpPr>
          <p:nvPr>
            <p:ph type="title"/>
          </p:nvPr>
        </p:nvSpPr>
        <p:spPr>
          <a:xfrm>
            <a:off x="68366" y="1"/>
            <a:ext cx="4867172" cy="1636210"/>
          </a:xfrm>
        </p:spPr>
        <p:txBody>
          <a:bodyPr/>
          <a:lstStyle/>
          <a:p>
            <a:r>
              <a:rPr lang="en-GB" dirty="0"/>
              <a:t>RESULTS</a:t>
            </a:r>
          </a:p>
        </p:txBody>
      </p:sp>
      <p:pic>
        <p:nvPicPr>
          <p:cNvPr id="6" name="Picture 5">
            <a:extLst>
              <a:ext uri="{FF2B5EF4-FFF2-40B4-BE49-F238E27FC236}">
                <a16:creationId xmlns:a16="http://schemas.microsoft.com/office/drawing/2014/main" id="{299B5A1C-1F6C-7D75-C90E-E579AAE03425}"/>
              </a:ext>
            </a:extLst>
          </p:cNvPr>
          <p:cNvPicPr>
            <a:picLocks noChangeAspect="1"/>
          </p:cNvPicPr>
          <p:nvPr/>
        </p:nvPicPr>
        <p:blipFill>
          <a:blip r:embed="rId2"/>
          <a:stretch>
            <a:fillRect/>
          </a:stretch>
        </p:blipFill>
        <p:spPr>
          <a:xfrm>
            <a:off x="2837205" y="204093"/>
            <a:ext cx="7742527" cy="6449814"/>
          </a:xfrm>
          <a:prstGeom prst="rect">
            <a:avLst/>
          </a:prstGeom>
        </p:spPr>
      </p:pic>
    </p:spTree>
    <p:extLst>
      <p:ext uri="{BB962C8B-B14F-4D97-AF65-F5344CB8AC3E}">
        <p14:creationId xmlns:p14="http://schemas.microsoft.com/office/powerpoint/2010/main" val="1022404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68842D-86A2-EA7E-3181-2EF676D6D6E6}"/>
              </a:ext>
            </a:extLst>
          </p:cNvPr>
          <p:cNvSpPr>
            <a:spLocks noGrp="1"/>
          </p:cNvSpPr>
          <p:nvPr>
            <p:ph type="title"/>
          </p:nvPr>
        </p:nvSpPr>
        <p:spPr>
          <a:xfrm>
            <a:off x="111095" y="111095"/>
            <a:ext cx="4824443" cy="1525115"/>
          </a:xfrm>
        </p:spPr>
        <p:txBody>
          <a:bodyPr/>
          <a:lstStyle/>
          <a:p>
            <a:r>
              <a:rPr lang="en-GB" dirty="0"/>
              <a:t>RESULTS</a:t>
            </a:r>
          </a:p>
        </p:txBody>
      </p:sp>
      <p:pic>
        <p:nvPicPr>
          <p:cNvPr id="6" name="Picture 5">
            <a:extLst>
              <a:ext uri="{FF2B5EF4-FFF2-40B4-BE49-F238E27FC236}">
                <a16:creationId xmlns:a16="http://schemas.microsoft.com/office/drawing/2014/main" id="{53338741-E053-3DDA-A155-A256C27BE17B}"/>
              </a:ext>
            </a:extLst>
          </p:cNvPr>
          <p:cNvPicPr>
            <a:picLocks noChangeAspect="1"/>
          </p:cNvPicPr>
          <p:nvPr/>
        </p:nvPicPr>
        <p:blipFill>
          <a:blip r:embed="rId2"/>
          <a:stretch>
            <a:fillRect/>
          </a:stretch>
        </p:blipFill>
        <p:spPr>
          <a:xfrm>
            <a:off x="2678753" y="111095"/>
            <a:ext cx="9325240" cy="6293978"/>
          </a:xfrm>
          <a:prstGeom prst="rect">
            <a:avLst/>
          </a:prstGeom>
        </p:spPr>
      </p:pic>
    </p:spTree>
    <p:extLst>
      <p:ext uri="{BB962C8B-B14F-4D97-AF65-F5344CB8AC3E}">
        <p14:creationId xmlns:p14="http://schemas.microsoft.com/office/powerpoint/2010/main" val="2191620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C58BCF-9013-F202-ED87-1545DF07684A}"/>
              </a:ext>
            </a:extLst>
          </p:cNvPr>
          <p:cNvSpPr>
            <a:spLocks noGrp="1"/>
          </p:cNvSpPr>
          <p:nvPr>
            <p:ph type="title"/>
          </p:nvPr>
        </p:nvSpPr>
        <p:spPr>
          <a:xfrm>
            <a:off x="85458" y="102551"/>
            <a:ext cx="4850080" cy="1533660"/>
          </a:xfrm>
        </p:spPr>
        <p:txBody>
          <a:bodyPr/>
          <a:lstStyle/>
          <a:p>
            <a:r>
              <a:rPr lang="en-GB" dirty="0"/>
              <a:t>RESULTS</a:t>
            </a:r>
          </a:p>
        </p:txBody>
      </p:sp>
      <p:pic>
        <p:nvPicPr>
          <p:cNvPr id="6" name="Picture 5">
            <a:extLst>
              <a:ext uri="{FF2B5EF4-FFF2-40B4-BE49-F238E27FC236}">
                <a16:creationId xmlns:a16="http://schemas.microsoft.com/office/drawing/2014/main" id="{C69C2065-C238-BB9C-FCA4-EC141E71406F}"/>
              </a:ext>
            </a:extLst>
          </p:cNvPr>
          <p:cNvPicPr>
            <a:picLocks noChangeAspect="1"/>
          </p:cNvPicPr>
          <p:nvPr/>
        </p:nvPicPr>
        <p:blipFill>
          <a:blip r:embed="rId2"/>
          <a:stretch>
            <a:fillRect/>
          </a:stretch>
        </p:blipFill>
        <p:spPr>
          <a:xfrm>
            <a:off x="2700471" y="193581"/>
            <a:ext cx="8950079" cy="6459320"/>
          </a:xfrm>
          <a:prstGeom prst="rect">
            <a:avLst/>
          </a:prstGeom>
        </p:spPr>
      </p:pic>
    </p:spTree>
    <p:extLst>
      <p:ext uri="{BB962C8B-B14F-4D97-AF65-F5344CB8AC3E}">
        <p14:creationId xmlns:p14="http://schemas.microsoft.com/office/powerpoint/2010/main" val="872025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EB579-D123-2ACF-8E6A-B2D5D7F8A259}"/>
              </a:ext>
            </a:extLst>
          </p:cNvPr>
          <p:cNvSpPr>
            <a:spLocks noGrp="1"/>
          </p:cNvSpPr>
          <p:nvPr>
            <p:ph type="title"/>
          </p:nvPr>
        </p:nvSpPr>
        <p:spPr>
          <a:xfrm>
            <a:off x="85459" y="59821"/>
            <a:ext cx="4850080" cy="1576390"/>
          </a:xfrm>
        </p:spPr>
        <p:txBody>
          <a:bodyPr/>
          <a:lstStyle/>
          <a:p>
            <a:r>
              <a:rPr lang="en-GB" dirty="0"/>
              <a:t>RESULTS</a:t>
            </a:r>
          </a:p>
        </p:txBody>
      </p:sp>
      <p:pic>
        <p:nvPicPr>
          <p:cNvPr id="6" name="Picture 5">
            <a:extLst>
              <a:ext uri="{FF2B5EF4-FFF2-40B4-BE49-F238E27FC236}">
                <a16:creationId xmlns:a16="http://schemas.microsoft.com/office/drawing/2014/main" id="{517C2B0A-461C-B9F9-9A02-7FA5CDEB52D2}"/>
              </a:ext>
            </a:extLst>
          </p:cNvPr>
          <p:cNvPicPr>
            <a:picLocks noChangeAspect="1"/>
          </p:cNvPicPr>
          <p:nvPr/>
        </p:nvPicPr>
        <p:blipFill>
          <a:blip r:embed="rId2"/>
          <a:stretch>
            <a:fillRect/>
          </a:stretch>
        </p:blipFill>
        <p:spPr>
          <a:xfrm>
            <a:off x="2903272" y="136732"/>
            <a:ext cx="7482426" cy="6584535"/>
          </a:xfrm>
          <a:prstGeom prst="rect">
            <a:avLst/>
          </a:prstGeom>
        </p:spPr>
      </p:pic>
    </p:spTree>
    <p:extLst>
      <p:ext uri="{BB962C8B-B14F-4D97-AF65-F5344CB8AC3E}">
        <p14:creationId xmlns:p14="http://schemas.microsoft.com/office/powerpoint/2010/main" val="3282950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F95830-22BD-F16F-F197-AE9C5B4E946F}"/>
              </a:ext>
            </a:extLst>
          </p:cNvPr>
          <p:cNvSpPr>
            <a:spLocks noGrp="1"/>
          </p:cNvSpPr>
          <p:nvPr>
            <p:ph type="title"/>
          </p:nvPr>
        </p:nvSpPr>
        <p:spPr>
          <a:xfrm>
            <a:off x="119640" y="0"/>
            <a:ext cx="4815897" cy="1636211"/>
          </a:xfrm>
        </p:spPr>
        <p:txBody>
          <a:bodyPr/>
          <a:lstStyle/>
          <a:p>
            <a:r>
              <a:rPr lang="en-GB" dirty="0"/>
              <a:t>RESULTS</a:t>
            </a:r>
          </a:p>
        </p:txBody>
      </p:sp>
      <p:pic>
        <p:nvPicPr>
          <p:cNvPr id="6" name="Picture 5">
            <a:extLst>
              <a:ext uri="{FF2B5EF4-FFF2-40B4-BE49-F238E27FC236}">
                <a16:creationId xmlns:a16="http://schemas.microsoft.com/office/drawing/2014/main" id="{37E3836D-B2BE-05E8-4231-AAE0F808A1BB}"/>
              </a:ext>
            </a:extLst>
          </p:cNvPr>
          <p:cNvPicPr>
            <a:picLocks noChangeAspect="1"/>
          </p:cNvPicPr>
          <p:nvPr/>
        </p:nvPicPr>
        <p:blipFill>
          <a:blip r:embed="rId2"/>
          <a:stretch>
            <a:fillRect/>
          </a:stretch>
        </p:blipFill>
        <p:spPr>
          <a:xfrm>
            <a:off x="2872574" y="89731"/>
            <a:ext cx="8539297" cy="6678538"/>
          </a:xfrm>
          <a:prstGeom prst="rect">
            <a:avLst/>
          </a:prstGeom>
        </p:spPr>
      </p:pic>
    </p:spTree>
    <p:extLst>
      <p:ext uri="{BB962C8B-B14F-4D97-AF65-F5344CB8AC3E}">
        <p14:creationId xmlns:p14="http://schemas.microsoft.com/office/powerpoint/2010/main" val="2560383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7D4DE8-019B-1C90-878B-4EBA705BB8DC}"/>
              </a:ext>
            </a:extLst>
          </p:cNvPr>
          <p:cNvSpPr>
            <a:spLocks noGrp="1"/>
          </p:cNvSpPr>
          <p:nvPr>
            <p:ph type="title"/>
          </p:nvPr>
        </p:nvSpPr>
        <p:spPr>
          <a:xfrm>
            <a:off x="59821" y="94005"/>
            <a:ext cx="4875717" cy="1542206"/>
          </a:xfrm>
        </p:spPr>
        <p:txBody>
          <a:bodyPr/>
          <a:lstStyle/>
          <a:p>
            <a:r>
              <a:rPr lang="en-GB" dirty="0"/>
              <a:t>RESULTS</a:t>
            </a:r>
          </a:p>
        </p:txBody>
      </p:sp>
      <p:pic>
        <p:nvPicPr>
          <p:cNvPr id="6" name="Picture 5">
            <a:extLst>
              <a:ext uri="{FF2B5EF4-FFF2-40B4-BE49-F238E27FC236}">
                <a16:creationId xmlns:a16="http://schemas.microsoft.com/office/drawing/2014/main" id="{E73E2D2C-6FAB-1900-9706-331CFAA4C40C}"/>
              </a:ext>
            </a:extLst>
          </p:cNvPr>
          <p:cNvPicPr>
            <a:picLocks noChangeAspect="1"/>
          </p:cNvPicPr>
          <p:nvPr/>
        </p:nvPicPr>
        <p:blipFill>
          <a:blip r:embed="rId2"/>
          <a:stretch>
            <a:fillRect/>
          </a:stretch>
        </p:blipFill>
        <p:spPr>
          <a:xfrm>
            <a:off x="897309" y="832097"/>
            <a:ext cx="10833217" cy="5853380"/>
          </a:xfrm>
          <a:prstGeom prst="rect">
            <a:avLst/>
          </a:prstGeom>
        </p:spPr>
      </p:pic>
    </p:spTree>
    <p:extLst>
      <p:ext uri="{BB962C8B-B14F-4D97-AF65-F5344CB8AC3E}">
        <p14:creationId xmlns:p14="http://schemas.microsoft.com/office/powerpoint/2010/main" val="3719329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124E6E-448B-5631-1716-A29034AA2C76}"/>
              </a:ext>
            </a:extLst>
          </p:cNvPr>
          <p:cNvSpPr>
            <a:spLocks noGrp="1"/>
          </p:cNvSpPr>
          <p:nvPr>
            <p:ph type="title"/>
          </p:nvPr>
        </p:nvSpPr>
        <p:spPr>
          <a:xfrm>
            <a:off x="85458" y="76912"/>
            <a:ext cx="4850080" cy="1559299"/>
          </a:xfrm>
        </p:spPr>
        <p:txBody>
          <a:bodyPr/>
          <a:lstStyle/>
          <a:p>
            <a:r>
              <a:rPr lang="en-GB" dirty="0"/>
              <a:t>RESULTS</a:t>
            </a:r>
          </a:p>
        </p:txBody>
      </p:sp>
      <p:pic>
        <p:nvPicPr>
          <p:cNvPr id="6" name="Picture 5">
            <a:extLst>
              <a:ext uri="{FF2B5EF4-FFF2-40B4-BE49-F238E27FC236}">
                <a16:creationId xmlns:a16="http://schemas.microsoft.com/office/drawing/2014/main" id="{692CE923-61F7-BE11-21B4-81D6464C84F6}"/>
              </a:ext>
            </a:extLst>
          </p:cNvPr>
          <p:cNvPicPr>
            <a:picLocks noChangeAspect="1"/>
          </p:cNvPicPr>
          <p:nvPr/>
        </p:nvPicPr>
        <p:blipFill>
          <a:blip r:embed="rId2"/>
          <a:stretch>
            <a:fillRect/>
          </a:stretch>
        </p:blipFill>
        <p:spPr>
          <a:xfrm>
            <a:off x="229681" y="863124"/>
            <a:ext cx="11876861" cy="5798322"/>
          </a:xfrm>
          <a:prstGeom prst="rect">
            <a:avLst/>
          </a:prstGeom>
        </p:spPr>
      </p:pic>
    </p:spTree>
    <p:extLst>
      <p:ext uri="{BB962C8B-B14F-4D97-AF65-F5344CB8AC3E}">
        <p14:creationId xmlns:p14="http://schemas.microsoft.com/office/powerpoint/2010/main" val="12143672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F36A73-1755-57BD-83A9-D3A390D98D1C}"/>
              </a:ext>
            </a:extLst>
          </p:cNvPr>
          <p:cNvSpPr>
            <a:spLocks noGrp="1"/>
          </p:cNvSpPr>
          <p:nvPr>
            <p:ph type="title"/>
          </p:nvPr>
        </p:nvSpPr>
        <p:spPr>
          <a:xfrm>
            <a:off x="0" y="68367"/>
            <a:ext cx="4935538" cy="1567844"/>
          </a:xfrm>
        </p:spPr>
        <p:txBody>
          <a:bodyPr/>
          <a:lstStyle/>
          <a:p>
            <a:r>
              <a:rPr lang="en-GB" dirty="0"/>
              <a:t>RESULTS</a:t>
            </a:r>
          </a:p>
        </p:txBody>
      </p:sp>
      <p:pic>
        <p:nvPicPr>
          <p:cNvPr id="6" name="Picture 5">
            <a:extLst>
              <a:ext uri="{FF2B5EF4-FFF2-40B4-BE49-F238E27FC236}">
                <a16:creationId xmlns:a16="http://schemas.microsoft.com/office/drawing/2014/main" id="{91721E85-5862-8570-D205-20D14E94C45E}"/>
              </a:ext>
            </a:extLst>
          </p:cNvPr>
          <p:cNvPicPr>
            <a:picLocks noChangeAspect="1"/>
          </p:cNvPicPr>
          <p:nvPr/>
        </p:nvPicPr>
        <p:blipFill>
          <a:blip r:embed="rId2"/>
          <a:stretch>
            <a:fillRect/>
          </a:stretch>
        </p:blipFill>
        <p:spPr>
          <a:xfrm>
            <a:off x="2623559" y="150311"/>
            <a:ext cx="7529348" cy="6557378"/>
          </a:xfrm>
          <a:prstGeom prst="rect">
            <a:avLst/>
          </a:prstGeom>
        </p:spPr>
      </p:pic>
    </p:spTree>
    <p:extLst>
      <p:ext uri="{BB962C8B-B14F-4D97-AF65-F5344CB8AC3E}">
        <p14:creationId xmlns:p14="http://schemas.microsoft.com/office/powerpoint/2010/main" val="3105727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358BA9-1A1C-B04A-E2ED-09589FB3F470}"/>
              </a:ext>
            </a:extLst>
          </p:cNvPr>
          <p:cNvSpPr>
            <a:spLocks noGrp="1"/>
          </p:cNvSpPr>
          <p:nvPr>
            <p:ph type="title"/>
          </p:nvPr>
        </p:nvSpPr>
        <p:spPr>
          <a:xfrm>
            <a:off x="85458" y="76913"/>
            <a:ext cx="4850080" cy="1559298"/>
          </a:xfrm>
        </p:spPr>
        <p:txBody>
          <a:bodyPr/>
          <a:lstStyle/>
          <a:p>
            <a:r>
              <a:rPr lang="en-GB" dirty="0"/>
              <a:t>RESULTS</a:t>
            </a:r>
          </a:p>
        </p:txBody>
      </p:sp>
      <p:pic>
        <p:nvPicPr>
          <p:cNvPr id="6" name="Picture 5">
            <a:extLst>
              <a:ext uri="{FF2B5EF4-FFF2-40B4-BE49-F238E27FC236}">
                <a16:creationId xmlns:a16="http://schemas.microsoft.com/office/drawing/2014/main" id="{12562863-90B0-F4B9-2D4C-D06D072B212C}"/>
              </a:ext>
            </a:extLst>
          </p:cNvPr>
          <p:cNvPicPr>
            <a:picLocks noChangeAspect="1"/>
          </p:cNvPicPr>
          <p:nvPr/>
        </p:nvPicPr>
        <p:blipFill>
          <a:blip r:embed="rId2"/>
          <a:stretch>
            <a:fillRect/>
          </a:stretch>
        </p:blipFill>
        <p:spPr>
          <a:xfrm>
            <a:off x="2911205" y="141005"/>
            <a:ext cx="7833576" cy="6575989"/>
          </a:xfrm>
          <a:prstGeom prst="rect">
            <a:avLst/>
          </a:prstGeom>
        </p:spPr>
      </p:pic>
    </p:spTree>
    <p:extLst>
      <p:ext uri="{BB962C8B-B14F-4D97-AF65-F5344CB8AC3E}">
        <p14:creationId xmlns:p14="http://schemas.microsoft.com/office/powerpoint/2010/main" val="971876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1F095A-D1A2-1A5B-B277-9957A636FB8D}"/>
              </a:ext>
            </a:extLst>
          </p:cNvPr>
          <p:cNvSpPr>
            <a:spLocks noGrp="1"/>
          </p:cNvSpPr>
          <p:nvPr>
            <p:ph type="title"/>
          </p:nvPr>
        </p:nvSpPr>
        <p:spPr>
          <a:xfrm>
            <a:off x="111095" y="111095"/>
            <a:ext cx="4824443" cy="1525115"/>
          </a:xfrm>
        </p:spPr>
        <p:txBody>
          <a:bodyPr/>
          <a:lstStyle/>
          <a:p>
            <a:r>
              <a:rPr lang="en-GB" dirty="0"/>
              <a:t>RESULTS</a:t>
            </a:r>
          </a:p>
        </p:txBody>
      </p:sp>
      <p:pic>
        <p:nvPicPr>
          <p:cNvPr id="6" name="Picture 5">
            <a:extLst>
              <a:ext uri="{FF2B5EF4-FFF2-40B4-BE49-F238E27FC236}">
                <a16:creationId xmlns:a16="http://schemas.microsoft.com/office/drawing/2014/main" id="{01C39FEA-FE7B-B319-625C-305578A2D902}"/>
              </a:ext>
            </a:extLst>
          </p:cNvPr>
          <p:cNvPicPr>
            <a:picLocks noChangeAspect="1"/>
          </p:cNvPicPr>
          <p:nvPr/>
        </p:nvPicPr>
        <p:blipFill>
          <a:blip r:embed="rId2"/>
          <a:stretch>
            <a:fillRect/>
          </a:stretch>
        </p:blipFill>
        <p:spPr>
          <a:xfrm>
            <a:off x="2951755" y="111095"/>
            <a:ext cx="7430650" cy="6558897"/>
          </a:xfrm>
          <a:prstGeom prst="rect">
            <a:avLst/>
          </a:prstGeom>
        </p:spPr>
      </p:pic>
    </p:spTree>
    <p:extLst>
      <p:ext uri="{BB962C8B-B14F-4D97-AF65-F5344CB8AC3E}">
        <p14:creationId xmlns:p14="http://schemas.microsoft.com/office/powerpoint/2010/main" val="823517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E3A835-7272-55C2-A7D2-9368B67736D7}"/>
              </a:ext>
            </a:extLst>
          </p:cNvPr>
          <p:cNvSpPr>
            <a:spLocks noGrp="1"/>
          </p:cNvSpPr>
          <p:nvPr>
            <p:ph type="title"/>
          </p:nvPr>
        </p:nvSpPr>
        <p:spPr>
          <a:xfrm>
            <a:off x="59821" y="94005"/>
            <a:ext cx="4875717" cy="1542206"/>
          </a:xfrm>
        </p:spPr>
        <p:txBody>
          <a:bodyPr/>
          <a:lstStyle/>
          <a:p>
            <a:r>
              <a:rPr lang="en-GB" dirty="0"/>
              <a:t>RESULTS</a:t>
            </a:r>
          </a:p>
        </p:txBody>
      </p:sp>
      <p:pic>
        <p:nvPicPr>
          <p:cNvPr id="6" name="Picture 5">
            <a:extLst>
              <a:ext uri="{FF2B5EF4-FFF2-40B4-BE49-F238E27FC236}">
                <a16:creationId xmlns:a16="http://schemas.microsoft.com/office/drawing/2014/main" id="{380C3456-B8FB-D1BE-60F7-6639DB86EF2D}"/>
              </a:ext>
            </a:extLst>
          </p:cNvPr>
          <p:cNvPicPr>
            <a:picLocks noChangeAspect="1"/>
          </p:cNvPicPr>
          <p:nvPr/>
        </p:nvPicPr>
        <p:blipFill>
          <a:blip r:embed="rId2"/>
          <a:stretch>
            <a:fillRect/>
          </a:stretch>
        </p:blipFill>
        <p:spPr>
          <a:xfrm>
            <a:off x="2808398" y="149242"/>
            <a:ext cx="7773707" cy="6567443"/>
          </a:xfrm>
          <a:prstGeom prst="rect">
            <a:avLst/>
          </a:prstGeom>
        </p:spPr>
      </p:pic>
    </p:spTree>
    <p:extLst>
      <p:ext uri="{BB962C8B-B14F-4D97-AF65-F5344CB8AC3E}">
        <p14:creationId xmlns:p14="http://schemas.microsoft.com/office/powerpoint/2010/main" val="4297185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140528-900A-34C8-7381-8BFFF0A03669}"/>
              </a:ext>
            </a:extLst>
          </p:cNvPr>
          <p:cNvSpPr>
            <a:spLocks noGrp="1"/>
          </p:cNvSpPr>
          <p:nvPr>
            <p:ph type="title"/>
          </p:nvPr>
        </p:nvSpPr>
        <p:spPr>
          <a:xfrm>
            <a:off x="85459" y="111095"/>
            <a:ext cx="4850080" cy="1525116"/>
          </a:xfrm>
        </p:spPr>
        <p:txBody>
          <a:bodyPr/>
          <a:lstStyle/>
          <a:p>
            <a:r>
              <a:rPr lang="en-GB" dirty="0"/>
              <a:t>RESULTS</a:t>
            </a:r>
          </a:p>
        </p:txBody>
      </p:sp>
      <p:pic>
        <p:nvPicPr>
          <p:cNvPr id="6" name="Picture 5">
            <a:extLst>
              <a:ext uri="{FF2B5EF4-FFF2-40B4-BE49-F238E27FC236}">
                <a16:creationId xmlns:a16="http://schemas.microsoft.com/office/drawing/2014/main" id="{0C384099-6E4D-07E8-7766-F350BC25F65F}"/>
              </a:ext>
            </a:extLst>
          </p:cNvPr>
          <p:cNvPicPr>
            <a:picLocks noChangeAspect="1"/>
          </p:cNvPicPr>
          <p:nvPr/>
        </p:nvPicPr>
        <p:blipFill>
          <a:blip r:embed="rId2"/>
          <a:stretch>
            <a:fillRect/>
          </a:stretch>
        </p:blipFill>
        <p:spPr>
          <a:xfrm>
            <a:off x="239282" y="859435"/>
            <a:ext cx="11499791" cy="5759266"/>
          </a:xfrm>
          <a:prstGeom prst="rect">
            <a:avLst/>
          </a:prstGeom>
        </p:spPr>
      </p:pic>
    </p:spTree>
    <p:extLst>
      <p:ext uri="{BB962C8B-B14F-4D97-AF65-F5344CB8AC3E}">
        <p14:creationId xmlns:p14="http://schemas.microsoft.com/office/powerpoint/2010/main" val="28994325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E87F49-B90D-CA50-6077-4D82841E582B}"/>
              </a:ext>
            </a:extLst>
          </p:cNvPr>
          <p:cNvSpPr>
            <a:spLocks noGrp="1"/>
          </p:cNvSpPr>
          <p:nvPr>
            <p:ph type="title"/>
          </p:nvPr>
        </p:nvSpPr>
        <p:spPr>
          <a:xfrm>
            <a:off x="85458" y="85457"/>
            <a:ext cx="4850080" cy="1550753"/>
          </a:xfrm>
        </p:spPr>
        <p:txBody>
          <a:bodyPr/>
          <a:lstStyle/>
          <a:p>
            <a:r>
              <a:rPr lang="en-GB" dirty="0"/>
              <a:t>RESULTS</a:t>
            </a:r>
          </a:p>
        </p:txBody>
      </p:sp>
      <p:pic>
        <p:nvPicPr>
          <p:cNvPr id="6" name="Picture 5">
            <a:extLst>
              <a:ext uri="{FF2B5EF4-FFF2-40B4-BE49-F238E27FC236}">
                <a16:creationId xmlns:a16="http://schemas.microsoft.com/office/drawing/2014/main" id="{9F185BF2-B20B-E538-60FA-F3FB8FE8326C}"/>
              </a:ext>
            </a:extLst>
          </p:cNvPr>
          <p:cNvPicPr>
            <a:picLocks noChangeAspect="1"/>
          </p:cNvPicPr>
          <p:nvPr/>
        </p:nvPicPr>
        <p:blipFill>
          <a:blip r:embed="rId2"/>
          <a:stretch>
            <a:fillRect/>
          </a:stretch>
        </p:blipFill>
        <p:spPr>
          <a:xfrm>
            <a:off x="2683379" y="159673"/>
            <a:ext cx="8535170" cy="6408283"/>
          </a:xfrm>
          <a:prstGeom prst="rect">
            <a:avLst/>
          </a:prstGeom>
        </p:spPr>
      </p:pic>
    </p:spTree>
    <p:extLst>
      <p:ext uri="{BB962C8B-B14F-4D97-AF65-F5344CB8AC3E}">
        <p14:creationId xmlns:p14="http://schemas.microsoft.com/office/powerpoint/2010/main" val="36177311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A73EEB-60E4-5C76-E9C1-DC8D70BD2DAA}"/>
              </a:ext>
            </a:extLst>
          </p:cNvPr>
          <p:cNvSpPr>
            <a:spLocks noGrp="1"/>
          </p:cNvSpPr>
          <p:nvPr>
            <p:ph type="title"/>
          </p:nvPr>
        </p:nvSpPr>
        <p:spPr>
          <a:xfrm>
            <a:off x="111095" y="94005"/>
            <a:ext cx="4824443" cy="1542206"/>
          </a:xfrm>
        </p:spPr>
        <p:txBody>
          <a:bodyPr/>
          <a:lstStyle/>
          <a:p>
            <a:r>
              <a:rPr lang="en-GB" dirty="0"/>
              <a:t>RESULTS</a:t>
            </a:r>
          </a:p>
        </p:txBody>
      </p:sp>
      <p:pic>
        <p:nvPicPr>
          <p:cNvPr id="6" name="Picture 5">
            <a:extLst>
              <a:ext uri="{FF2B5EF4-FFF2-40B4-BE49-F238E27FC236}">
                <a16:creationId xmlns:a16="http://schemas.microsoft.com/office/drawing/2014/main" id="{65A1F2F6-F3E0-3593-277A-5073A68F18F3}"/>
              </a:ext>
            </a:extLst>
          </p:cNvPr>
          <p:cNvPicPr>
            <a:picLocks noChangeAspect="1"/>
          </p:cNvPicPr>
          <p:nvPr/>
        </p:nvPicPr>
        <p:blipFill>
          <a:blip r:embed="rId2"/>
          <a:stretch>
            <a:fillRect/>
          </a:stretch>
        </p:blipFill>
        <p:spPr>
          <a:xfrm>
            <a:off x="2785930" y="189756"/>
            <a:ext cx="8212166" cy="6478487"/>
          </a:xfrm>
          <a:prstGeom prst="rect">
            <a:avLst/>
          </a:prstGeom>
        </p:spPr>
      </p:pic>
    </p:spTree>
    <p:extLst>
      <p:ext uri="{BB962C8B-B14F-4D97-AF65-F5344CB8AC3E}">
        <p14:creationId xmlns:p14="http://schemas.microsoft.com/office/powerpoint/2010/main" val="3831366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281644-6FDC-D112-45A8-A02141355C16}"/>
              </a:ext>
            </a:extLst>
          </p:cNvPr>
          <p:cNvSpPr>
            <a:spLocks noGrp="1"/>
          </p:cNvSpPr>
          <p:nvPr>
            <p:ph type="title"/>
          </p:nvPr>
        </p:nvSpPr>
        <p:spPr>
          <a:xfrm>
            <a:off x="94004" y="119641"/>
            <a:ext cx="4841534" cy="1516569"/>
          </a:xfrm>
        </p:spPr>
        <p:txBody>
          <a:bodyPr/>
          <a:lstStyle/>
          <a:p>
            <a:r>
              <a:rPr lang="en-GB" dirty="0"/>
              <a:t>RESULTS</a:t>
            </a:r>
          </a:p>
        </p:txBody>
      </p:sp>
      <p:pic>
        <p:nvPicPr>
          <p:cNvPr id="6" name="Picture 5">
            <a:extLst>
              <a:ext uri="{FF2B5EF4-FFF2-40B4-BE49-F238E27FC236}">
                <a16:creationId xmlns:a16="http://schemas.microsoft.com/office/drawing/2014/main" id="{103498ED-D98A-4265-14A9-06A4DFF0D1C8}"/>
              </a:ext>
            </a:extLst>
          </p:cNvPr>
          <p:cNvPicPr>
            <a:picLocks noChangeAspect="1"/>
          </p:cNvPicPr>
          <p:nvPr/>
        </p:nvPicPr>
        <p:blipFill>
          <a:blip r:embed="rId2"/>
          <a:stretch>
            <a:fillRect/>
          </a:stretch>
        </p:blipFill>
        <p:spPr>
          <a:xfrm>
            <a:off x="2732874" y="175189"/>
            <a:ext cx="8048346" cy="6507622"/>
          </a:xfrm>
          <a:prstGeom prst="rect">
            <a:avLst/>
          </a:prstGeom>
        </p:spPr>
      </p:pic>
    </p:spTree>
    <p:extLst>
      <p:ext uri="{BB962C8B-B14F-4D97-AF65-F5344CB8AC3E}">
        <p14:creationId xmlns:p14="http://schemas.microsoft.com/office/powerpoint/2010/main" val="864279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F1D59A-D22E-EDBD-5311-086726B1764E}"/>
              </a:ext>
            </a:extLst>
          </p:cNvPr>
          <p:cNvSpPr>
            <a:spLocks noGrp="1"/>
          </p:cNvSpPr>
          <p:nvPr>
            <p:ph type="title"/>
          </p:nvPr>
        </p:nvSpPr>
        <p:spPr>
          <a:xfrm>
            <a:off x="130560" y="121549"/>
            <a:ext cx="4275138" cy="830997"/>
          </a:xfrm>
        </p:spPr>
        <p:txBody>
          <a:bodyPr/>
          <a:lstStyle/>
          <a:p>
            <a:r>
              <a:rPr lang="en-GB" dirty="0"/>
              <a:t>RESULTS</a:t>
            </a:r>
          </a:p>
        </p:txBody>
      </p:sp>
      <p:pic>
        <p:nvPicPr>
          <p:cNvPr id="6" name="Picture 5">
            <a:extLst>
              <a:ext uri="{FF2B5EF4-FFF2-40B4-BE49-F238E27FC236}">
                <a16:creationId xmlns:a16="http://schemas.microsoft.com/office/drawing/2014/main" id="{17FA84D8-63D6-8784-1C38-5287204B50A6}"/>
              </a:ext>
            </a:extLst>
          </p:cNvPr>
          <p:cNvPicPr>
            <a:picLocks noChangeAspect="1"/>
          </p:cNvPicPr>
          <p:nvPr/>
        </p:nvPicPr>
        <p:blipFill>
          <a:blip r:embed="rId2"/>
          <a:stretch>
            <a:fillRect/>
          </a:stretch>
        </p:blipFill>
        <p:spPr>
          <a:xfrm>
            <a:off x="2842634" y="239282"/>
            <a:ext cx="7902884" cy="6379436"/>
          </a:xfrm>
          <a:prstGeom prst="rect">
            <a:avLst/>
          </a:prstGeom>
        </p:spPr>
      </p:pic>
    </p:spTree>
    <p:extLst>
      <p:ext uri="{BB962C8B-B14F-4D97-AF65-F5344CB8AC3E}">
        <p14:creationId xmlns:p14="http://schemas.microsoft.com/office/powerpoint/2010/main" val="16840771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E13666-97C5-71FC-72CA-261744AD73E6}"/>
              </a:ext>
            </a:extLst>
          </p:cNvPr>
          <p:cNvSpPr>
            <a:spLocks noGrp="1"/>
          </p:cNvSpPr>
          <p:nvPr>
            <p:ph type="title"/>
          </p:nvPr>
        </p:nvSpPr>
        <p:spPr>
          <a:xfrm>
            <a:off x="119641" y="102551"/>
            <a:ext cx="4815897" cy="1533660"/>
          </a:xfrm>
        </p:spPr>
        <p:txBody>
          <a:bodyPr/>
          <a:lstStyle/>
          <a:p>
            <a:r>
              <a:rPr lang="en-GB" dirty="0"/>
              <a:t>RESULTS</a:t>
            </a:r>
          </a:p>
        </p:txBody>
      </p:sp>
      <p:pic>
        <p:nvPicPr>
          <p:cNvPr id="6" name="Picture 5">
            <a:extLst>
              <a:ext uri="{FF2B5EF4-FFF2-40B4-BE49-F238E27FC236}">
                <a16:creationId xmlns:a16="http://schemas.microsoft.com/office/drawing/2014/main" id="{1F45AA6D-32AD-B35C-9F6A-CFE30DB55316}"/>
              </a:ext>
            </a:extLst>
          </p:cNvPr>
          <p:cNvPicPr>
            <a:picLocks noChangeAspect="1"/>
          </p:cNvPicPr>
          <p:nvPr/>
        </p:nvPicPr>
        <p:blipFill>
          <a:blip r:embed="rId2"/>
          <a:stretch>
            <a:fillRect/>
          </a:stretch>
        </p:blipFill>
        <p:spPr>
          <a:xfrm>
            <a:off x="2751745" y="239496"/>
            <a:ext cx="8220444" cy="6379008"/>
          </a:xfrm>
          <a:prstGeom prst="rect">
            <a:avLst/>
          </a:prstGeom>
        </p:spPr>
      </p:pic>
    </p:spTree>
    <p:extLst>
      <p:ext uri="{BB962C8B-B14F-4D97-AF65-F5344CB8AC3E}">
        <p14:creationId xmlns:p14="http://schemas.microsoft.com/office/powerpoint/2010/main" val="34536435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02680E-62E8-657A-E183-159F5E170E8F}"/>
              </a:ext>
            </a:extLst>
          </p:cNvPr>
          <p:cNvSpPr>
            <a:spLocks noGrp="1"/>
          </p:cNvSpPr>
          <p:nvPr>
            <p:ph type="title"/>
          </p:nvPr>
        </p:nvSpPr>
        <p:spPr>
          <a:xfrm>
            <a:off x="76912" y="119641"/>
            <a:ext cx="4858626" cy="1516569"/>
          </a:xfrm>
        </p:spPr>
        <p:txBody>
          <a:bodyPr/>
          <a:lstStyle/>
          <a:p>
            <a:r>
              <a:rPr lang="en-GB" dirty="0"/>
              <a:t>RESULTS</a:t>
            </a:r>
          </a:p>
        </p:txBody>
      </p:sp>
      <p:pic>
        <p:nvPicPr>
          <p:cNvPr id="6" name="Picture 5">
            <a:extLst>
              <a:ext uri="{FF2B5EF4-FFF2-40B4-BE49-F238E27FC236}">
                <a16:creationId xmlns:a16="http://schemas.microsoft.com/office/drawing/2014/main" id="{706301DA-53A5-F870-DF11-E761446F084A}"/>
              </a:ext>
            </a:extLst>
          </p:cNvPr>
          <p:cNvPicPr>
            <a:picLocks noChangeAspect="1"/>
          </p:cNvPicPr>
          <p:nvPr/>
        </p:nvPicPr>
        <p:blipFill>
          <a:blip r:embed="rId2"/>
          <a:stretch>
            <a:fillRect/>
          </a:stretch>
        </p:blipFill>
        <p:spPr>
          <a:xfrm>
            <a:off x="2798224" y="196553"/>
            <a:ext cx="7767223" cy="6439257"/>
          </a:xfrm>
          <a:prstGeom prst="rect">
            <a:avLst/>
          </a:prstGeom>
        </p:spPr>
      </p:pic>
    </p:spTree>
    <p:extLst>
      <p:ext uri="{BB962C8B-B14F-4D97-AF65-F5344CB8AC3E}">
        <p14:creationId xmlns:p14="http://schemas.microsoft.com/office/powerpoint/2010/main" val="32417227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37DA76-DA56-6B01-E4AF-31261257A7AE}"/>
              </a:ext>
            </a:extLst>
          </p:cNvPr>
          <p:cNvSpPr>
            <a:spLocks noGrp="1"/>
          </p:cNvSpPr>
          <p:nvPr>
            <p:ph type="title"/>
          </p:nvPr>
        </p:nvSpPr>
        <p:spPr>
          <a:xfrm>
            <a:off x="119641" y="119641"/>
            <a:ext cx="4815897" cy="1516569"/>
          </a:xfrm>
        </p:spPr>
        <p:txBody>
          <a:bodyPr/>
          <a:lstStyle/>
          <a:p>
            <a:r>
              <a:rPr lang="en-GB" dirty="0"/>
              <a:t>RESULTS</a:t>
            </a:r>
          </a:p>
        </p:txBody>
      </p:sp>
      <p:pic>
        <p:nvPicPr>
          <p:cNvPr id="6" name="Picture 5">
            <a:extLst>
              <a:ext uri="{FF2B5EF4-FFF2-40B4-BE49-F238E27FC236}">
                <a16:creationId xmlns:a16="http://schemas.microsoft.com/office/drawing/2014/main" id="{5FC42159-725B-6518-DB48-498F60B9E541}"/>
              </a:ext>
            </a:extLst>
          </p:cNvPr>
          <p:cNvPicPr>
            <a:picLocks noChangeAspect="1"/>
          </p:cNvPicPr>
          <p:nvPr/>
        </p:nvPicPr>
        <p:blipFill>
          <a:blip r:embed="rId2"/>
          <a:stretch>
            <a:fillRect/>
          </a:stretch>
        </p:blipFill>
        <p:spPr>
          <a:xfrm>
            <a:off x="2777384" y="119641"/>
            <a:ext cx="8067364" cy="6517303"/>
          </a:xfrm>
          <a:prstGeom prst="rect">
            <a:avLst/>
          </a:prstGeom>
        </p:spPr>
      </p:pic>
    </p:spTree>
    <p:extLst>
      <p:ext uri="{BB962C8B-B14F-4D97-AF65-F5344CB8AC3E}">
        <p14:creationId xmlns:p14="http://schemas.microsoft.com/office/powerpoint/2010/main" val="30912024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461473"/>
            <a:ext cx="11340000" cy="1809287"/>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8" name="TextBox 7">
            <a:extLst>
              <a:ext uri="{FF2B5EF4-FFF2-40B4-BE49-F238E27FC236}">
                <a16:creationId xmlns:a16="http://schemas.microsoft.com/office/drawing/2014/main" id="{22774E50-90AB-6B73-2194-A99F2DF0803A}"/>
              </a:ext>
            </a:extLst>
          </p:cNvPr>
          <p:cNvSpPr txBox="1"/>
          <p:nvPr/>
        </p:nvSpPr>
        <p:spPr>
          <a:xfrm>
            <a:off x="1606610" y="1201444"/>
            <a:ext cx="7776672" cy="5586145"/>
          </a:xfrm>
          <a:prstGeom prst="rect">
            <a:avLst/>
          </a:prstGeom>
          <a:noFill/>
        </p:spPr>
        <p:txBody>
          <a:bodyPr wrap="square">
            <a:spAutoFit/>
          </a:bodyPr>
          <a:lstStyle/>
          <a:p>
            <a:pPr>
              <a:buNone/>
            </a:pPr>
            <a:r>
              <a:rPr lang="en-GB" sz="1700" b="1" dirty="0">
                <a:solidFill>
                  <a:schemeClr val="tx1">
                    <a:lumMod val="95000"/>
                    <a:lumOff val="5000"/>
                  </a:schemeClr>
                </a:solidFill>
                <a:latin typeface="Arial Rounded MT Bold" panose="020F0704030504030204" pitchFamily="34" charset="0"/>
              </a:rPr>
              <a:t>Acknowledgement , </a:t>
            </a:r>
          </a:p>
          <a:p>
            <a:pPr>
              <a:buNone/>
            </a:pPr>
            <a:endParaRPr lang="en-GB" sz="1700" b="1" dirty="0">
              <a:solidFill>
                <a:schemeClr val="tx1">
                  <a:lumMod val="95000"/>
                  <a:lumOff val="5000"/>
                </a:schemeClr>
              </a:solidFill>
              <a:latin typeface="Arial Rounded MT Bold" panose="020F0704030504030204" pitchFamily="34" charset="0"/>
            </a:endParaRPr>
          </a:p>
          <a:p>
            <a:pPr>
              <a:buNone/>
            </a:pPr>
            <a:r>
              <a:rPr lang="en-GB" sz="1700" b="1" dirty="0">
                <a:solidFill>
                  <a:schemeClr val="tx1">
                    <a:lumMod val="95000"/>
                    <a:lumOff val="5000"/>
                  </a:schemeClr>
                </a:solidFill>
                <a:latin typeface="Arial Rounded MT Bold" panose="020F0704030504030204" pitchFamily="34" charset="0"/>
              </a:rPr>
              <a:t>I would like to express my sincere gratitude to the </a:t>
            </a:r>
            <a:r>
              <a:rPr lang="en-GB" sz="1700" b="1" dirty="0" err="1">
                <a:solidFill>
                  <a:schemeClr val="tx1">
                    <a:lumMod val="95000"/>
                    <a:lumOff val="5000"/>
                  </a:schemeClr>
                </a:solidFill>
                <a:latin typeface="Arial Rounded MT Bold" panose="020F0704030504030204" pitchFamily="34" charset="0"/>
              </a:rPr>
              <a:t>Edunet</a:t>
            </a:r>
            <a:r>
              <a:rPr lang="en-GB" sz="1700" b="1" dirty="0">
                <a:solidFill>
                  <a:schemeClr val="tx1">
                    <a:lumMod val="95000"/>
                    <a:lumOff val="5000"/>
                  </a:schemeClr>
                </a:solidFill>
                <a:latin typeface="Arial Rounded MT Bold" panose="020F0704030504030204" pitchFamily="34" charset="0"/>
              </a:rPr>
              <a:t> Foundation, VOIS, and the Vodafone Idea Foundation CSR Program for providing me with the invaluable opportunity to participate in the TIRTC extended internship.</a:t>
            </a:r>
          </a:p>
          <a:p>
            <a:pPr>
              <a:buNone/>
            </a:pPr>
            <a:r>
              <a:rPr lang="en-GB" sz="1700" b="1" dirty="0">
                <a:solidFill>
                  <a:schemeClr val="tx1">
                    <a:lumMod val="95000"/>
                    <a:lumOff val="5000"/>
                  </a:schemeClr>
                </a:solidFill>
                <a:latin typeface="Arial Rounded MT Bold" panose="020F0704030504030204" pitchFamily="34" charset="0"/>
              </a:rPr>
              <a:t>Working on the "Healthcare Analytics for Doctor Visits" project has been an incredibly rewarding experience. This platform allowed me to apply theoretical knowledge to a practical use case, giving me hands-on exposure to data cleaning, exploratory data analysis, and statistical visualization using Python. The experience has significantly strengthened my technical skills and deepened my understanding of how data-driven insights can support healthcare resource planning.</a:t>
            </a:r>
          </a:p>
          <a:p>
            <a:pPr>
              <a:buNone/>
            </a:pPr>
            <a:r>
              <a:rPr lang="en-GB" sz="1700" b="1" dirty="0">
                <a:solidFill>
                  <a:schemeClr val="tx1">
                    <a:lumMod val="95000"/>
                    <a:lumOff val="5000"/>
                  </a:schemeClr>
                </a:solidFill>
                <a:latin typeface="Arial Rounded MT Bold" panose="020F0704030504030204" pitchFamily="34" charset="0"/>
              </a:rPr>
              <a:t>I am deeply thankful to the mentors and the organizing teams for their continuous guidance, support, and for fostering such a strong learning environment.</a:t>
            </a:r>
          </a:p>
          <a:p>
            <a:pPr>
              <a:buNone/>
            </a:pPr>
            <a:r>
              <a:rPr lang="en-GB" sz="1700" b="1" dirty="0">
                <a:solidFill>
                  <a:schemeClr val="tx1">
                    <a:lumMod val="95000"/>
                    <a:lumOff val="5000"/>
                  </a:schemeClr>
                </a:solidFill>
                <a:latin typeface="Arial Rounded MT Bold" panose="020F0704030504030204" pitchFamily="34" charset="0"/>
              </a:rPr>
              <a:t>Sincerely,</a:t>
            </a:r>
          </a:p>
          <a:p>
            <a:pPr>
              <a:buNone/>
            </a:pPr>
            <a:endParaRPr lang="en-GB" sz="1700" b="1" dirty="0">
              <a:solidFill>
                <a:schemeClr val="tx1">
                  <a:lumMod val="95000"/>
                  <a:lumOff val="5000"/>
                </a:schemeClr>
              </a:solidFill>
              <a:latin typeface="Arial Rounded MT Bold" panose="020F0704030504030204" pitchFamily="34" charset="0"/>
            </a:endParaRPr>
          </a:p>
          <a:p>
            <a:pPr>
              <a:buNone/>
            </a:pPr>
            <a:r>
              <a:rPr lang="en-GB" b="1" dirty="0">
                <a:solidFill>
                  <a:schemeClr val="tx1">
                    <a:lumMod val="95000"/>
                    <a:lumOff val="5000"/>
                  </a:schemeClr>
                </a:solidFill>
                <a:latin typeface="Arial Rounded MT Bold" panose="020F0704030504030204" pitchFamily="34" charset="0"/>
              </a:rPr>
              <a:t>Umang Barshe</a:t>
            </a:r>
          </a:p>
          <a:p>
            <a:pPr>
              <a:buNone/>
            </a:pPr>
            <a:r>
              <a:rPr lang="en-GB" sz="1700" b="1" dirty="0">
                <a:solidFill>
                  <a:schemeClr val="tx1">
                    <a:lumMod val="95000"/>
                    <a:lumOff val="5000"/>
                  </a:schemeClr>
                </a:solidFill>
                <a:latin typeface="Arial Rounded MT Bold" panose="020F0704030504030204" pitchFamily="34" charset="0"/>
              </a:rPr>
              <a:t>Student ID: STU6a2c2581ab2571781278081</a:t>
            </a:r>
          </a:p>
          <a:p>
            <a:pPr>
              <a:buNone/>
            </a:pPr>
            <a:r>
              <a:rPr lang="en-GB" sz="1700" b="1" dirty="0">
                <a:solidFill>
                  <a:schemeClr val="tx1">
                    <a:lumMod val="95000"/>
                    <a:lumOff val="5000"/>
                  </a:schemeClr>
                </a:solidFill>
                <a:latin typeface="Arial Rounded MT Bold" panose="020F0704030504030204" pitchFamily="34" charset="0"/>
              </a:rPr>
              <a:t>College name- </a:t>
            </a:r>
            <a:r>
              <a:rPr lang="en-GB" sz="1700" b="1" dirty="0" err="1">
                <a:solidFill>
                  <a:schemeClr val="tx1">
                    <a:lumMod val="95000"/>
                    <a:lumOff val="5000"/>
                  </a:schemeClr>
                </a:solidFill>
                <a:latin typeface="Arial Rounded MT Bold" panose="020F0704030504030204" pitchFamily="34" charset="0"/>
              </a:rPr>
              <a:t>Takshshila</a:t>
            </a:r>
            <a:r>
              <a:rPr lang="en-GB" sz="1700" b="1" dirty="0">
                <a:solidFill>
                  <a:schemeClr val="tx1">
                    <a:lumMod val="95000"/>
                    <a:lumOff val="5000"/>
                  </a:schemeClr>
                </a:solidFill>
                <a:latin typeface="Arial Rounded MT Bold" panose="020F0704030504030204" pitchFamily="34" charset="0"/>
              </a:rPr>
              <a:t> Institute Of Engineering And Technology</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752</TotalTime>
  <Words>747</Words>
  <Application>Microsoft Office PowerPoint</Application>
  <PresentationFormat>Widescreen</PresentationFormat>
  <Paragraphs>79</Paragraphs>
  <Slides>44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Arial Rounded MT Bold</vt:lpstr>
      <vt:lpstr>Calibri</vt:lpstr>
      <vt:lpstr>Trebuchet MS</vt:lpstr>
      <vt:lpstr>Wingdings</vt:lpstr>
      <vt:lpstr>Wingdings 3</vt:lpstr>
      <vt:lpstr>Facet</vt:lpstr>
      <vt:lpstr>Project Title -</vt:lpstr>
      <vt:lpstr>PROBLEM  STATEMENT</vt:lpstr>
      <vt:lpstr>Project Description  This project, "Healthcare Analytics for Doctor Visits," provides an end-to-end descriptive analysis of patient healthcare utilization using historical visit records. It cleans and examines a healthcare dataset across multiple dimensions, including patient demographics (age, gender), socioeconomic status (income), health conditions (illness levels, chronic conditions), and healthcare access (insurance types, free care programs). Through exploratory data analysis, statistical summaries, data visualizations, and correlation tracking, the notebook identifies specific patient segments with high utilization and highlights factors associated with frequent doctor visits. The core objective is to deliver data-driven insights that assist healthcare providers and planners in resource management and service planning, establishing clear descriptive patterns without implying medical causation.   </vt:lpstr>
      <vt:lpstr>WHO ARE THE END USERS?</vt:lpstr>
      <vt:lpstr>Github Link</vt:lpstr>
      <vt:lpstr>Technology Used</vt:lpstr>
      <vt:lpstr>RESULTS  Screenshot</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umang barshe</cp:lastModifiedBy>
  <cp:revision>74</cp:revision>
  <dcterms:created xsi:type="dcterms:W3CDTF">2021-07-11T13:13:15Z</dcterms:created>
  <dcterms:modified xsi:type="dcterms:W3CDTF">2026-10-07T12:58:36Z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